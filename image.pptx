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C6AD"/>
    <a:srgbClr val="FFFFFF"/>
    <a:srgbClr val="D1D1D1"/>
    <a:srgbClr val="E8E8E8"/>
    <a:srgbClr val="AEAEAE"/>
    <a:srgbClr val="404040"/>
    <a:srgbClr val="7F7F7F"/>
    <a:srgbClr val="000000"/>
    <a:srgbClr val="156082"/>
    <a:srgbClr val="437F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490" y="1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E8DB0-C376-4416-BC3A-D5EF57CCCD5F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CC3F1-6CAE-40D7-8870-8562D4203B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685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CC3F1-6CAE-40D7-8870-8562D4203B6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875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70F212-8C65-759C-1E95-E0CF1CB15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99B0F5-4D0D-BB44-270E-A3EC38DD0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D855EC-8476-A354-F516-A06146136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2338EB-EE2C-E49E-74FB-8846DFDE3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98E996-39A4-7620-B5CA-312A720E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02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641B4C-E734-6791-3A39-B7983702E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FC9A08-7693-CCD5-0866-FA8F6BA5C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D99CA9-667B-F8A7-991B-68E5DB614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828D47-EC7E-A79A-C860-9B1B7A4D3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546EF7-D40A-EBBA-BBFD-74DB4947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298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297A5C-3C68-8BFA-F7DA-7BCAF84D8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B396D8-B8B1-4117-B6CF-B660149E1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811645-05B5-2AE3-6B12-EF6E6DF4F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CE9DD7-B937-0652-53C1-B211713D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4005D4-FFF5-3100-5F97-0925EF992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253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9CA0B-5588-5089-95CC-7615E1E96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9B0DA3-29BA-A1C1-C2A5-F092FA711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9F357A-3120-77E6-BE96-567E510FD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2B2115-A256-51C3-F2BC-0F07DE4DA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416767-EFED-0B17-C06F-CC5EA2ED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6156F7-74A1-DC48-5C88-B1AFEDEF5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599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D081D6-5F5D-98E4-118B-A65581A16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F2C09E-0FF6-1504-B18B-9A505BC8A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A8EEB8-B8D7-D262-2036-138E1D90B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B00285-DED5-A0D1-260F-62B520DF05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8578B8-E639-EA32-C396-8207FC09A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AF1492-C544-8796-3DD6-5234D406D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A7AFBC-EC73-CD3C-C397-2270B6B2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5D27A1E-B6E3-F7C9-B2B6-07E8F77CE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358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F6341-9EE3-3307-601E-82F67156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3FB8CB3-713D-2E3B-CE0E-C0C403C5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AEBCE30-4898-44FC-5AB0-D712C4D7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67EE9C-D43E-A581-446B-99C871317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66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38BDCD-6BBF-C60D-2F5D-6A498C3DA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FD5619-E013-96E1-A60D-D952E4DDA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4719A7-3B82-7038-4C97-FC2231644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573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37498-9ABE-3D4B-C8E4-7C15ED0D9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884A42-F256-F8EF-6908-F6F9C89CB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1EAF0B-21DB-D23D-739C-8CFD25E24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8C66CF-07DE-0359-559A-5E8074297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4687D6-2649-394A-9AEF-A7CD7CA35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A951A3-D845-C30D-DD15-E4C0CDCB8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03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3AAA0-7774-E379-5E50-D46D7E5E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D62CAB-C553-7BE3-76C3-1527BA752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9BE9BE-7925-359A-3CBC-24658B2F4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D80D74-B6D4-46EE-091B-E0CE8F9D5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AA16D2-C0C1-EADF-07E6-B2B2F8C5C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AC4072-D74D-DD10-1209-53BEFC287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33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C31B96-4A9E-1B87-3BBE-C5F2FF4E0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DD6154-7B68-7ACC-5FFF-DF900312C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ECDB72-96B4-FA86-4B7B-A5818F769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54BBC0-EF93-2538-AE7D-773ECF8E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9708B3-6B3E-92C6-B6E3-57BCF1ED3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734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312820-8DC4-C1FC-757F-069EE028F7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2FFFA4-6696-67ED-F5B0-2802EB5AD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B49A29-DA13-41B0-11C1-0DA0EB88A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81FA17-96F6-57A8-986F-9EF34E08C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1E9B59-709C-3A35-8E2A-31F6B589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049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BC2220-7534-2745-CF61-7BEF6398C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5FCC87-B5A3-B27C-B2D2-DAD03A886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617A03-C449-0998-B15D-EA5D7188D6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F840B-1C83-482B-B7FF-88DEF8DF3EF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71C0AC-1671-46E2-7239-FBDE36146B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F17602-AFC5-0F8C-7634-5CA89965C8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73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4" name="直接箭头连接符 583">
            <a:extLst>
              <a:ext uri="{FF2B5EF4-FFF2-40B4-BE49-F238E27FC236}">
                <a16:creationId xmlns:a16="http://schemas.microsoft.com/office/drawing/2014/main" id="{53F64D5B-FED8-136D-B5C2-D600203DE30C}"/>
              </a:ext>
            </a:extLst>
          </p:cNvPr>
          <p:cNvCxnSpPr>
            <a:cxnSpLocks/>
          </p:cNvCxnSpPr>
          <p:nvPr/>
        </p:nvCxnSpPr>
        <p:spPr>
          <a:xfrm>
            <a:off x="20702668" y="3522800"/>
            <a:ext cx="898181" cy="538230"/>
          </a:xfrm>
          <a:prstGeom prst="straightConnector1">
            <a:avLst/>
          </a:prstGeom>
          <a:ln>
            <a:solidFill>
              <a:srgbClr val="E8E8E8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0" name="直接箭头连接符 579">
            <a:extLst>
              <a:ext uri="{FF2B5EF4-FFF2-40B4-BE49-F238E27FC236}">
                <a16:creationId xmlns:a16="http://schemas.microsoft.com/office/drawing/2014/main" id="{523740F2-A905-9262-2EC8-668795FEAE72}"/>
              </a:ext>
            </a:extLst>
          </p:cNvPr>
          <p:cNvCxnSpPr>
            <a:cxnSpLocks/>
          </p:cNvCxnSpPr>
          <p:nvPr/>
        </p:nvCxnSpPr>
        <p:spPr>
          <a:xfrm>
            <a:off x="20487887" y="3722822"/>
            <a:ext cx="957644" cy="468178"/>
          </a:xfrm>
          <a:prstGeom prst="straightConnector1">
            <a:avLst/>
          </a:prstGeom>
          <a:ln>
            <a:solidFill>
              <a:srgbClr val="AEAEAE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7" name="直接箭头连接符 546">
            <a:extLst>
              <a:ext uri="{FF2B5EF4-FFF2-40B4-BE49-F238E27FC236}">
                <a16:creationId xmlns:a16="http://schemas.microsoft.com/office/drawing/2014/main" id="{E87F9A59-A96F-6B24-E7AC-CA750DB9C961}"/>
              </a:ext>
            </a:extLst>
          </p:cNvPr>
          <p:cNvCxnSpPr>
            <a:cxnSpLocks/>
          </p:cNvCxnSpPr>
          <p:nvPr/>
        </p:nvCxnSpPr>
        <p:spPr>
          <a:xfrm>
            <a:off x="20106165" y="4107057"/>
            <a:ext cx="977416" cy="414143"/>
          </a:xfrm>
          <a:prstGeom prst="straightConnector1">
            <a:avLst/>
          </a:prstGeom>
          <a:ln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5" name="直接箭头连接符 564">
            <a:extLst>
              <a:ext uri="{FF2B5EF4-FFF2-40B4-BE49-F238E27FC236}">
                <a16:creationId xmlns:a16="http://schemas.microsoft.com/office/drawing/2014/main" id="{E4C95851-148E-01FE-7B03-AF64F54522A9}"/>
              </a:ext>
            </a:extLst>
          </p:cNvPr>
          <p:cNvCxnSpPr>
            <a:cxnSpLocks/>
          </p:cNvCxnSpPr>
          <p:nvPr/>
        </p:nvCxnSpPr>
        <p:spPr>
          <a:xfrm>
            <a:off x="20285863" y="3912832"/>
            <a:ext cx="963850" cy="431847"/>
          </a:xfrm>
          <a:prstGeom prst="straightConnector1">
            <a:avLst/>
          </a:prstGeom>
          <a:ln>
            <a:solidFill>
              <a:srgbClr val="7F7F7F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16" name="组合 515">
            <a:extLst>
              <a:ext uri="{FF2B5EF4-FFF2-40B4-BE49-F238E27FC236}">
                <a16:creationId xmlns:a16="http://schemas.microsoft.com/office/drawing/2014/main" id="{2045E82F-9712-885C-9597-50DAAAFF05A8}"/>
              </a:ext>
            </a:extLst>
          </p:cNvPr>
          <p:cNvGrpSpPr/>
          <p:nvPr/>
        </p:nvGrpSpPr>
        <p:grpSpPr>
          <a:xfrm>
            <a:off x="21409690" y="2434279"/>
            <a:ext cx="986329" cy="1810704"/>
            <a:chOff x="1647063" y="880491"/>
            <a:chExt cx="986329" cy="1810704"/>
          </a:xfrm>
          <a:solidFill>
            <a:schemeClr val="bg2"/>
          </a:solidFill>
        </p:grpSpPr>
        <p:sp>
          <p:nvSpPr>
            <p:cNvPr id="517" name="椭圆 516">
              <a:extLst>
                <a:ext uri="{FF2B5EF4-FFF2-40B4-BE49-F238E27FC236}">
                  <a16:creationId xmlns:a16="http://schemas.microsoft.com/office/drawing/2014/main" id="{9FEEAB15-5528-C5DB-CFFF-EE98815BE7AC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8" name="椭圆 517">
              <a:extLst>
                <a:ext uri="{FF2B5EF4-FFF2-40B4-BE49-F238E27FC236}">
                  <a16:creationId xmlns:a16="http://schemas.microsoft.com/office/drawing/2014/main" id="{A3B22153-8629-1B7E-26CA-1475B293759F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9" name="椭圆 518">
              <a:extLst>
                <a:ext uri="{FF2B5EF4-FFF2-40B4-BE49-F238E27FC236}">
                  <a16:creationId xmlns:a16="http://schemas.microsoft.com/office/drawing/2014/main" id="{0778E7ED-B1DB-567C-2832-F8A7579B9636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0" name="椭圆 519">
              <a:extLst>
                <a:ext uri="{FF2B5EF4-FFF2-40B4-BE49-F238E27FC236}">
                  <a16:creationId xmlns:a16="http://schemas.microsoft.com/office/drawing/2014/main" id="{CC7F5FCE-AB70-4B2B-9C44-55C26B0A908F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1" name="椭圆 520">
              <a:extLst>
                <a:ext uri="{FF2B5EF4-FFF2-40B4-BE49-F238E27FC236}">
                  <a16:creationId xmlns:a16="http://schemas.microsoft.com/office/drawing/2014/main" id="{5AF75178-222D-86D2-8692-AE31B0D40672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2" name="椭圆 521">
              <a:extLst>
                <a:ext uri="{FF2B5EF4-FFF2-40B4-BE49-F238E27FC236}">
                  <a16:creationId xmlns:a16="http://schemas.microsoft.com/office/drawing/2014/main" id="{DDF44E49-8632-BE3B-1D9D-462FBF906726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3" name="椭圆 522">
              <a:extLst>
                <a:ext uri="{FF2B5EF4-FFF2-40B4-BE49-F238E27FC236}">
                  <a16:creationId xmlns:a16="http://schemas.microsoft.com/office/drawing/2014/main" id="{A2832697-C0B4-0C6D-1C61-39B420D30019}"/>
                </a:ext>
              </a:extLst>
            </p:cNvPr>
            <p:cNvSpPr/>
            <p:nvPr/>
          </p:nvSpPr>
          <p:spPr>
            <a:xfrm>
              <a:off x="2556943" y="1602857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4" name="椭圆 523">
              <a:extLst>
                <a:ext uri="{FF2B5EF4-FFF2-40B4-BE49-F238E27FC236}">
                  <a16:creationId xmlns:a16="http://schemas.microsoft.com/office/drawing/2014/main" id="{71698F15-9A9B-7625-CE53-671E015CEE6A}"/>
                </a:ext>
              </a:extLst>
            </p:cNvPr>
            <p:cNvSpPr/>
            <p:nvPr/>
          </p:nvSpPr>
          <p:spPr>
            <a:xfrm>
              <a:off x="1983007" y="1750609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5" name="椭圆 524">
              <a:extLst>
                <a:ext uri="{FF2B5EF4-FFF2-40B4-BE49-F238E27FC236}">
                  <a16:creationId xmlns:a16="http://schemas.microsoft.com/office/drawing/2014/main" id="{F913EB0D-0886-1617-AB9C-9674CC6F3051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6" name="椭圆 525">
              <a:extLst>
                <a:ext uri="{FF2B5EF4-FFF2-40B4-BE49-F238E27FC236}">
                  <a16:creationId xmlns:a16="http://schemas.microsoft.com/office/drawing/2014/main" id="{6AF3DE73-51B2-FBA3-7497-B9A20A5F3F4E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7" name="椭圆 526">
              <a:extLst>
                <a:ext uri="{FF2B5EF4-FFF2-40B4-BE49-F238E27FC236}">
                  <a16:creationId xmlns:a16="http://schemas.microsoft.com/office/drawing/2014/main" id="{88273C1B-54A4-A70F-AF69-7F65C2D1577B}"/>
                </a:ext>
              </a:extLst>
            </p:cNvPr>
            <p:cNvSpPr/>
            <p:nvPr/>
          </p:nvSpPr>
          <p:spPr>
            <a:xfrm>
              <a:off x="2294989" y="1740283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8" name="椭圆 527">
              <a:extLst>
                <a:ext uri="{FF2B5EF4-FFF2-40B4-BE49-F238E27FC236}">
                  <a16:creationId xmlns:a16="http://schemas.microsoft.com/office/drawing/2014/main" id="{E5A81FEF-CF64-6F33-26E2-F0649D66311E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9" name="椭圆 528">
              <a:extLst>
                <a:ext uri="{FF2B5EF4-FFF2-40B4-BE49-F238E27FC236}">
                  <a16:creationId xmlns:a16="http://schemas.microsoft.com/office/drawing/2014/main" id="{8D277F84-AEEF-DE79-EB11-72E129E60BF7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0" name="椭圆 529">
              <a:extLst>
                <a:ext uri="{FF2B5EF4-FFF2-40B4-BE49-F238E27FC236}">
                  <a16:creationId xmlns:a16="http://schemas.microsoft.com/office/drawing/2014/main" id="{9D8152C7-A55D-61B1-1A84-E686056405A1}"/>
                </a:ext>
              </a:extLst>
            </p:cNvPr>
            <p:cNvSpPr/>
            <p:nvPr/>
          </p:nvSpPr>
          <p:spPr>
            <a:xfrm>
              <a:off x="1813160" y="2614746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1" name="椭圆 530">
              <a:extLst>
                <a:ext uri="{FF2B5EF4-FFF2-40B4-BE49-F238E27FC236}">
                  <a16:creationId xmlns:a16="http://schemas.microsoft.com/office/drawing/2014/main" id="{EE3032DC-2C77-5993-54F9-FC01DB293F2D}"/>
                </a:ext>
              </a:extLst>
            </p:cNvPr>
            <p:cNvSpPr/>
            <p:nvPr/>
          </p:nvSpPr>
          <p:spPr>
            <a:xfrm>
              <a:off x="2513347" y="2608389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2" name="直接连接符 531">
              <a:extLst>
                <a:ext uri="{FF2B5EF4-FFF2-40B4-BE49-F238E27FC236}">
                  <a16:creationId xmlns:a16="http://schemas.microsoft.com/office/drawing/2014/main" id="{94DE838E-4EC6-6D9E-397C-D48DA84CE3CB}"/>
                </a:ext>
              </a:extLst>
            </p:cNvPr>
            <p:cNvCxnSpPr>
              <a:cxnSpLocks/>
              <a:stCxn id="517" idx="3"/>
              <a:endCxn id="518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直接连接符 532">
              <a:extLst>
                <a:ext uri="{FF2B5EF4-FFF2-40B4-BE49-F238E27FC236}">
                  <a16:creationId xmlns:a16="http://schemas.microsoft.com/office/drawing/2014/main" id="{C1298939-3C73-9906-FC9D-DF3536DCD4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直接连接符 533">
              <a:extLst>
                <a:ext uri="{FF2B5EF4-FFF2-40B4-BE49-F238E27FC236}">
                  <a16:creationId xmlns:a16="http://schemas.microsoft.com/office/drawing/2014/main" id="{5843B602-7A6D-6D57-05CD-E5F5F0B46F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直接连接符 534">
              <a:extLst>
                <a:ext uri="{FF2B5EF4-FFF2-40B4-BE49-F238E27FC236}">
                  <a16:creationId xmlns:a16="http://schemas.microsoft.com/office/drawing/2014/main" id="{D19050F3-6389-7208-6543-154BD19B83AE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直接连接符 535">
              <a:extLst>
                <a:ext uri="{FF2B5EF4-FFF2-40B4-BE49-F238E27FC236}">
                  <a16:creationId xmlns:a16="http://schemas.microsoft.com/office/drawing/2014/main" id="{D9EC5094-20A4-4BD0-62DA-B5ADC40D4B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直接连接符 536">
              <a:extLst>
                <a:ext uri="{FF2B5EF4-FFF2-40B4-BE49-F238E27FC236}">
                  <a16:creationId xmlns:a16="http://schemas.microsoft.com/office/drawing/2014/main" id="{29462B8E-181C-9CA7-8F4E-EEBD085D78BF}"/>
                </a:ext>
              </a:extLst>
            </p:cNvPr>
            <p:cNvCxnSpPr>
              <a:cxnSpLocks/>
            </p:cNvCxnSpPr>
            <p:nvPr/>
          </p:nvCxnSpPr>
          <p:spPr>
            <a:xfrm>
              <a:off x="2512843" y="1387904"/>
              <a:ext cx="105524" cy="274470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直接连接符 537">
              <a:extLst>
                <a:ext uri="{FF2B5EF4-FFF2-40B4-BE49-F238E27FC236}">
                  <a16:creationId xmlns:a16="http://schemas.microsoft.com/office/drawing/2014/main" id="{ED0341B3-703D-EBE6-457E-D653B2046A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068" y="915916"/>
              <a:ext cx="122512" cy="867275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直接连接符 538">
              <a:extLst>
                <a:ext uri="{FF2B5EF4-FFF2-40B4-BE49-F238E27FC236}">
                  <a16:creationId xmlns:a16="http://schemas.microsoft.com/office/drawing/2014/main" id="{EEE212D0-4BE5-6312-E2D1-A96AD84C5E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792716"/>
              <a:ext cx="56062" cy="399763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直接连接符 539">
              <a:extLst>
                <a:ext uri="{FF2B5EF4-FFF2-40B4-BE49-F238E27FC236}">
                  <a16:creationId xmlns:a16="http://schemas.microsoft.com/office/drawing/2014/main" id="{9FD74596-F2B7-3628-A80C-ECA6347552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直接连接符 540">
              <a:extLst>
                <a:ext uri="{FF2B5EF4-FFF2-40B4-BE49-F238E27FC236}">
                  <a16:creationId xmlns:a16="http://schemas.microsoft.com/office/drawing/2014/main" id="{7B1628F3-49DA-4B7F-64F5-0CDDEB7071BC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77397" cy="869752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直接连接符 541">
              <a:extLst>
                <a:ext uri="{FF2B5EF4-FFF2-40B4-BE49-F238E27FC236}">
                  <a16:creationId xmlns:a16="http://schemas.microsoft.com/office/drawing/2014/main" id="{2AF3BE79-2E84-4CDC-564F-3B8E0D5A5A66}"/>
                </a:ext>
              </a:extLst>
            </p:cNvPr>
            <p:cNvCxnSpPr>
              <a:cxnSpLocks/>
            </p:cNvCxnSpPr>
            <p:nvPr/>
          </p:nvCxnSpPr>
          <p:spPr>
            <a:xfrm>
              <a:off x="2331868" y="1778429"/>
              <a:ext cx="102465" cy="377853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直接连接符 542">
              <a:extLst>
                <a:ext uri="{FF2B5EF4-FFF2-40B4-BE49-F238E27FC236}">
                  <a16:creationId xmlns:a16="http://schemas.microsoft.com/office/drawing/2014/main" id="{DB904F50-93CD-1658-F143-79FFBBEF7E10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直接连接符 543">
              <a:extLst>
                <a:ext uri="{FF2B5EF4-FFF2-40B4-BE49-F238E27FC236}">
                  <a16:creationId xmlns:a16="http://schemas.microsoft.com/office/drawing/2014/main" id="{0FE2041A-B2CE-6A2E-4305-7E36B2B9E095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41802" cy="85988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直接连接符 544">
              <a:extLst>
                <a:ext uri="{FF2B5EF4-FFF2-40B4-BE49-F238E27FC236}">
                  <a16:creationId xmlns:a16="http://schemas.microsoft.com/office/drawing/2014/main" id="{56335E20-5FB5-B50E-E155-AE069F25D1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880" y="2547214"/>
              <a:ext cx="67449" cy="117154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6" name="组合 485">
            <a:extLst>
              <a:ext uri="{FF2B5EF4-FFF2-40B4-BE49-F238E27FC236}">
                <a16:creationId xmlns:a16="http://schemas.microsoft.com/office/drawing/2014/main" id="{D06AA5C4-5F88-76AE-2E5F-16A5571D4A29}"/>
              </a:ext>
            </a:extLst>
          </p:cNvPr>
          <p:cNvGrpSpPr/>
          <p:nvPr/>
        </p:nvGrpSpPr>
        <p:grpSpPr>
          <a:xfrm>
            <a:off x="21251428" y="2568625"/>
            <a:ext cx="986329" cy="1810704"/>
            <a:chOff x="1647063" y="880491"/>
            <a:chExt cx="986329" cy="1810704"/>
          </a:xfrm>
          <a:solidFill>
            <a:schemeClr val="bg2">
              <a:lumMod val="75000"/>
            </a:schemeClr>
          </a:solidFill>
        </p:grpSpPr>
        <p:sp>
          <p:nvSpPr>
            <p:cNvPr id="487" name="椭圆 486">
              <a:extLst>
                <a:ext uri="{FF2B5EF4-FFF2-40B4-BE49-F238E27FC236}">
                  <a16:creationId xmlns:a16="http://schemas.microsoft.com/office/drawing/2014/main" id="{0C5E9C4F-33CF-FF4D-BC5C-717A4142EFCB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8" name="椭圆 487">
              <a:extLst>
                <a:ext uri="{FF2B5EF4-FFF2-40B4-BE49-F238E27FC236}">
                  <a16:creationId xmlns:a16="http://schemas.microsoft.com/office/drawing/2014/main" id="{93003C64-D7D3-1B10-CC20-A98555CFDCA2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9" name="椭圆 488">
              <a:extLst>
                <a:ext uri="{FF2B5EF4-FFF2-40B4-BE49-F238E27FC236}">
                  <a16:creationId xmlns:a16="http://schemas.microsoft.com/office/drawing/2014/main" id="{E840CF39-174B-4FA0-265F-F21CA48CD5E2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0" name="椭圆 489">
              <a:extLst>
                <a:ext uri="{FF2B5EF4-FFF2-40B4-BE49-F238E27FC236}">
                  <a16:creationId xmlns:a16="http://schemas.microsoft.com/office/drawing/2014/main" id="{ACAA8912-9666-2BE4-C464-8FA66CBF1077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1" name="椭圆 490">
              <a:extLst>
                <a:ext uri="{FF2B5EF4-FFF2-40B4-BE49-F238E27FC236}">
                  <a16:creationId xmlns:a16="http://schemas.microsoft.com/office/drawing/2014/main" id="{C51449FC-19AE-7DCC-CDEA-610F09203D60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2" name="椭圆 491">
              <a:extLst>
                <a:ext uri="{FF2B5EF4-FFF2-40B4-BE49-F238E27FC236}">
                  <a16:creationId xmlns:a16="http://schemas.microsoft.com/office/drawing/2014/main" id="{94B0CF62-64B7-EC60-0753-584359D883AC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3" name="椭圆 492">
              <a:extLst>
                <a:ext uri="{FF2B5EF4-FFF2-40B4-BE49-F238E27FC236}">
                  <a16:creationId xmlns:a16="http://schemas.microsoft.com/office/drawing/2014/main" id="{1891D05C-3940-5707-BDF4-4C9D7E736E7A}"/>
                </a:ext>
              </a:extLst>
            </p:cNvPr>
            <p:cNvSpPr/>
            <p:nvPr/>
          </p:nvSpPr>
          <p:spPr>
            <a:xfrm>
              <a:off x="2556943" y="1602857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4" name="椭圆 493">
              <a:extLst>
                <a:ext uri="{FF2B5EF4-FFF2-40B4-BE49-F238E27FC236}">
                  <a16:creationId xmlns:a16="http://schemas.microsoft.com/office/drawing/2014/main" id="{00B5D05B-20A4-0B90-033F-F3467B77DC4E}"/>
                </a:ext>
              </a:extLst>
            </p:cNvPr>
            <p:cNvSpPr/>
            <p:nvPr/>
          </p:nvSpPr>
          <p:spPr>
            <a:xfrm>
              <a:off x="1983007" y="1750609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5" name="椭圆 494">
              <a:extLst>
                <a:ext uri="{FF2B5EF4-FFF2-40B4-BE49-F238E27FC236}">
                  <a16:creationId xmlns:a16="http://schemas.microsoft.com/office/drawing/2014/main" id="{EB873F36-736E-E9BA-CF65-1A22E8351E5C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6" name="椭圆 495">
              <a:extLst>
                <a:ext uri="{FF2B5EF4-FFF2-40B4-BE49-F238E27FC236}">
                  <a16:creationId xmlns:a16="http://schemas.microsoft.com/office/drawing/2014/main" id="{445A4618-2EB0-213C-1B88-4C4AFF0020F0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7" name="椭圆 496">
              <a:extLst>
                <a:ext uri="{FF2B5EF4-FFF2-40B4-BE49-F238E27FC236}">
                  <a16:creationId xmlns:a16="http://schemas.microsoft.com/office/drawing/2014/main" id="{5510CDAA-44D5-16B0-F858-149D5E9882C2}"/>
                </a:ext>
              </a:extLst>
            </p:cNvPr>
            <p:cNvSpPr/>
            <p:nvPr/>
          </p:nvSpPr>
          <p:spPr>
            <a:xfrm>
              <a:off x="2294989" y="1740283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8" name="椭圆 497">
              <a:extLst>
                <a:ext uri="{FF2B5EF4-FFF2-40B4-BE49-F238E27FC236}">
                  <a16:creationId xmlns:a16="http://schemas.microsoft.com/office/drawing/2014/main" id="{6C081C1C-3FD9-658E-B41F-E6170A2B798A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9" name="椭圆 498">
              <a:extLst>
                <a:ext uri="{FF2B5EF4-FFF2-40B4-BE49-F238E27FC236}">
                  <a16:creationId xmlns:a16="http://schemas.microsoft.com/office/drawing/2014/main" id="{509C3D96-4EDD-BB4A-EDA7-917286C21A35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0" name="椭圆 499">
              <a:extLst>
                <a:ext uri="{FF2B5EF4-FFF2-40B4-BE49-F238E27FC236}">
                  <a16:creationId xmlns:a16="http://schemas.microsoft.com/office/drawing/2014/main" id="{E609CC71-EDED-6CC4-6BD3-F3618E0FE557}"/>
                </a:ext>
              </a:extLst>
            </p:cNvPr>
            <p:cNvSpPr/>
            <p:nvPr/>
          </p:nvSpPr>
          <p:spPr>
            <a:xfrm>
              <a:off x="1813160" y="2614746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1" name="椭圆 500">
              <a:extLst>
                <a:ext uri="{FF2B5EF4-FFF2-40B4-BE49-F238E27FC236}">
                  <a16:creationId xmlns:a16="http://schemas.microsoft.com/office/drawing/2014/main" id="{CB58AB84-7CD8-36B9-6824-921D0982D19C}"/>
                </a:ext>
              </a:extLst>
            </p:cNvPr>
            <p:cNvSpPr/>
            <p:nvPr/>
          </p:nvSpPr>
          <p:spPr>
            <a:xfrm>
              <a:off x="2513347" y="2608389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2" name="直接连接符 501">
              <a:extLst>
                <a:ext uri="{FF2B5EF4-FFF2-40B4-BE49-F238E27FC236}">
                  <a16:creationId xmlns:a16="http://schemas.microsoft.com/office/drawing/2014/main" id="{A9BD091B-8700-9EE5-5286-E4A8B204ECF2}"/>
                </a:ext>
              </a:extLst>
            </p:cNvPr>
            <p:cNvCxnSpPr>
              <a:cxnSpLocks/>
              <a:stCxn id="487" idx="3"/>
              <a:endCxn id="488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直接连接符 502">
              <a:extLst>
                <a:ext uri="{FF2B5EF4-FFF2-40B4-BE49-F238E27FC236}">
                  <a16:creationId xmlns:a16="http://schemas.microsoft.com/office/drawing/2014/main" id="{4FB788C3-DBBB-6C3A-7763-FE7D5E82B3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直接连接符 503">
              <a:extLst>
                <a:ext uri="{FF2B5EF4-FFF2-40B4-BE49-F238E27FC236}">
                  <a16:creationId xmlns:a16="http://schemas.microsoft.com/office/drawing/2014/main" id="{857125BB-F244-C5A7-D675-6DF82917BB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直接连接符 504">
              <a:extLst>
                <a:ext uri="{FF2B5EF4-FFF2-40B4-BE49-F238E27FC236}">
                  <a16:creationId xmlns:a16="http://schemas.microsoft.com/office/drawing/2014/main" id="{66821927-181F-938B-CD78-E80C1F00583E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直接连接符 505">
              <a:extLst>
                <a:ext uri="{FF2B5EF4-FFF2-40B4-BE49-F238E27FC236}">
                  <a16:creationId xmlns:a16="http://schemas.microsoft.com/office/drawing/2014/main" id="{98E6BDAC-FE30-B1C0-A7B0-0B4B605623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直接连接符 506">
              <a:extLst>
                <a:ext uri="{FF2B5EF4-FFF2-40B4-BE49-F238E27FC236}">
                  <a16:creationId xmlns:a16="http://schemas.microsoft.com/office/drawing/2014/main" id="{243499C8-79F0-B0C1-20B7-6F3BF28D1F30}"/>
                </a:ext>
              </a:extLst>
            </p:cNvPr>
            <p:cNvCxnSpPr>
              <a:cxnSpLocks/>
            </p:cNvCxnSpPr>
            <p:nvPr/>
          </p:nvCxnSpPr>
          <p:spPr>
            <a:xfrm>
              <a:off x="2512843" y="1387904"/>
              <a:ext cx="105524" cy="274470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直接连接符 507">
              <a:extLst>
                <a:ext uri="{FF2B5EF4-FFF2-40B4-BE49-F238E27FC236}">
                  <a16:creationId xmlns:a16="http://schemas.microsoft.com/office/drawing/2014/main" id="{29C9C32D-448E-C5F8-9686-27AFDF6E0C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068" y="915916"/>
              <a:ext cx="122512" cy="867275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直接连接符 508">
              <a:extLst>
                <a:ext uri="{FF2B5EF4-FFF2-40B4-BE49-F238E27FC236}">
                  <a16:creationId xmlns:a16="http://schemas.microsoft.com/office/drawing/2014/main" id="{4B5722D7-069D-040A-8ABF-D270B8864D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792716"/>
              <a:ext cx="56062" cy="399763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直接连接符 509">
              <a:extLst>
                <a:ext uri="{FF2B5EF4-FFF2-40B4-BE49-F238E27FC236}">
                  <a16:creationId xmlns:a16="http://schemas.microsoft.com/office/drawing/2014/main" id="{09FD95A5-83BC-BC65-04CB-D264685A11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直接连接符 510">
              <a:extLst>
                <a:ext uri="{FF2B5EF4-FFF2-40B4-BE49-F238E27FC236}">
                  <a16:creationId xmlns:a16="http://schemas.microsoft.com/office/drawing/2014/main" id="{A11932BA-FA3D-1CC5-C86B-1689E604E322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77397" cy="869752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直接连接符 511">
              <a:extLst>
                <a:ext uri="{FF2B5EF4-FFF2-40B4-BE49-F238E27FC236}">
                  <a16:creationId xmlns:a16="http://schemas.microsoft.com/office/drawing/2014/main" id="{76E99990-60AB-E464-DB16-2C6D30D84326}"/>
                </a:ext>
              </a:extLst>
            </p:cNvPr>
            <p:cNvCxnSpPr>
              <a:cxnSpLocks/>
            </p:cNvCxnSpPr>
            <p:nvPr/>
          </p:nvCxnSpPr>
          <p:spPr>
            <a:xfrm>
              <a:off x="2331868" y="1778429"/>
              <a:ext cx="102465" cy="377853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直接连接符 512">
              <a:extLst>
                <a:ext uri="{FF2B5EF4-FFF2-40B4-BE49-F238E27FC236}">
                  <a16:creationId xmlns:a16="http://schemas.microsoft.com/office/drawing/2014/main" id="{0BD08111-5C8C-CB5B-5D26-75CCDBBC0E17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直接连接符 513">
              <a:extLst>
                <a:ext uri="{FF2B5EF4-FFF2-40B4-BE49-F238E27FC236}">
                  <a16:creationId xmlns:a16="http://schemas.microsoft.com/office/drawing/2014/main" id="{56090898-42E1-1DF1-5ED6-A6C271FF4C4E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41802" cy="85988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直接连接符 514">
              <a:extLst>
                <a:ext uri="{FF2B5EF4-FFF2-40B4-BE49-F238E27FC236}">
                  <a16:creationId xmlns:a16="http://schemas.microsoft.com/office/drawing/2014/main" id="{459BA89C-32CA-127C-4C25-46EB60436E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880" y="2547214"/>
              <a:ext cx="67449" cy="117154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6" name="组合 455">
            <a:extLst>
              <a:ext uri="{FF2B5EF4-FFF2-40B4-BE49-F238E27FC236}">
                <a16:creationId xmlns:a16="http://schemas.microsoft.com/office/drawing/2014/main" id="{16A080EC-5875-1FEB-F2C6-33B6E39974F6}"/>
              </a:ext>
            </a:extLst>
          </p:cNvPr>
          <p:cNvGrpSpPr/>
          <p:nvPr/>
        </p:nvGrpSpPr>
        <p:grpSpPr>
          <a:xfrm>
            <a:off x="21086913" y="2676060"/>
            <a:ext cx="986329" cy="1810704"/>
            <a:chOff x="1647063" y="880491"/>
            <a:chExt cx="986329" cy="1810704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457" name="椭圆 456">
              <a:extLst>
                <a:ext uri="{FF2B5EF4-FFF2-40B4-BE49-F238E27FC236}">
                  <a16:creationId xmlns:a16="http://schemas.microsoft.com/office/drawing/2014/main" id="{DFBA7826-CF05-01B4-1990-190DFAB6738C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8" name="椭圆 457">
              <a:extLst>
                <a:ext uri="{FF2B5EF4-FFF2-40B4-BE49-F238E27FC236}">
                  <a16:creationId xmlns:a16="http://schemas.microsoft.com/office/drawing/2014/main" id="{B0674963-C7E3-CA5A-32B5-9449B807C2B2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9" name="椭圆 458">
              <a:extLst>
                <a:ext uri="{FF2B5EF4-FFF2-40B4-BE49-F238E27FC236}">
                  <a16:creationId xmlns:a16="http://schemas.microsoft.com/office/drawing/2014/main" id="{F77F91F6-B379-F042-A733-4A69FA85723E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0" name="椭圆 459">
              <a:extLst>
                <a:ext uri="{FF2B5EF4-FFF2-40B4-BE49-F238E27FC236}">
                  <a16:creationId xmlns:a16="http://schemas.microsoft.com/office/drawing/2014/main" id="{248A4827-5BB9-8F0E-6DA2-E58AA002E913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1" name="椭圆 460">
              <a:extLst>
                <a:ext uri="{FF2B5EF4-FFF2-40B4-BE49-F238E27FC236}">
                  <a16:creationId xmlns:a16="http://schemas.microsoft.com/office/drawing/2014/main" id="{4E6FA6C6-729A-75C5-31D5-DFAB314C6918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2" name="椭圆 461">
              <a:extLst>
                <a:ext uri="{FF2B5EF4-FFF2-40B4-BE49-F238E27FC236}">
                  <a16:creationId xmlns:a16="http://schemas.microsoft.com/office/drawing/2014/main" id="{22214717-8111-AC1E-09FE-5E6FC28D44C1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3" name="椭圆 462">
              <a:extLst>
                <a:ext uri="{FF2B5EF4-FFF2-40B4-BE49-F238E27FC236}">
                  <a16:creationId xmlns:a16="http://schemas.microsoft.com/office/drawing/2014/main" id="{BD92EA2C-DEB6-8CDE-7247-2674230A5998}"/>
                </a:ext>
              </a:extLst>
            </p:cNvPr>
            <p:cNvSpPr/>
            <p:nvPr/>
          </p:nvSpPr>
          <p:spPr>
            <a:xfrm>
              <a:off x="2556943" y="160285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4" name="椭圆 463">
              <a:extLst>
                <a:ext uri="{FF2B5EF4-FFF2-40B4-BE49-F238E27FC236}">
                  <a16:creationId xmlns:a16="http://schemas.microsoft.com/office/drawing/2014/main" id="{D13FED1F-A614-5BA9-3C29-50676F1FCCA2}"/>
                </a:ext>
              </a:extLst>
            </p:cNvPr>
            <p:cNvSpPr/>
            <p:nvPr/>
          </p:nvSpPr>
          <p:spPr>
            <a:xfrm>
              <a:off x="1983007" y="175060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5" name="椭圆 464">
              <a:extLst>
                <a:ext uri="{FF2B5EF4-FFF2-40B4-BE49-F238E27FC236}">
                  <a16:creationId xmlns:a16="http://schemas.microsoft.com/office/drawing/2014/main" id="{270782A9-2319-C7EB-7F65-614F8743CCAB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6" name="椭圆 465">
              <a:extLst>
                <a:ext uri="{FF2B5EF4-FFF2-40B4-BE49-F238E27FC236}">
                  <a16:creationId xmlns:a16="http://schemas.microsoft.com/office/drawing/2014/main" id="{056AF84C-3266-CCB7-7EA2-F05643A390FC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7" name="椭圆 466">
              <a:extLst>
                <a:ext uri="{FF2B5EF4-FFF2-40B4-BE49-F238E27FC236}">
                  <a16:creationId xmlns:a16="http://schemas.microsoft.com/office/drawing/2014/main" id="{10A8B566-D7C0-9C7F-030B-65216B5764D0}"/>
                </a:ext>
              </a:extLst>
            </p:cNvPr>
            <p:cNvSpPr/>
            <p:nvPr/>
          </p:nvSpPr>
          <p:spPr>
            <a:xfrm>
              <a:off x="2294989" y="1740283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8" name="椭圆 467">
              <a:extLst>
                <a:ext uri="{FF2B5EF4-FFF2-40B4-BE49-F238E27FC236}">
                  <a16:creationId xmlns:a16="http://schemas.microsoft.com/office/drawing/2014/main" id="{CF023087-000E-6C5A-5BA9-EBD84761CFA8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9" name="椭圆 468">
              <a:extLst>
                <a:ext uri="{FF2B5EF4-FFF2-40B4-BE49-F238E27FC236}">
                  <a16:creationId xmlns:a16="http://schemas.microsoft.com/office/drawing/2014/main" id="{56684A17-F7E3-B6EC-1F84-A8444ACEB771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0" name="椭圆 469">
              <a:extLst>
                <a:ext uri="{FF2B5EF4-FFF2-40B4-BE49-F238E27FC236}">
                  <a16:creationId xmlns:a16="http://schemas.microsoft.com/office/drawing/2014/main" id="{3FAB6BB9-B407-C33F-8239-164B9B3A111E}"/>
                </a:ext>
              </a:extLst>
            </p:cNvPr>
            <p:cNvSpPr/>
            <p:nvPr/>
          </p:nvSpPr>
          <p:spPr>
            <a:xfrm>
              <a:off x="1813160" y="2614746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1" name="椭圆 470">
              <a:extLst>
                <a:ext uri="{FF2B5EF4-FFF2-40B4-BE49-F238E27FC236}">
                  <a16:creationId xmlns:a16="http://schemas.microsoft.com/office/drawing/2014/main" id="{12A0D9FF-BEB0-0520-6037-DD5E21254415}"/>
                </a:ext>
              </a:extLst>
            </p:cNvPr>
            <p:cNvSpPr/>
            <p:nvPr/>
          </p:nvSpPr>
          <p:spPr>
            <a:xfrm>
              <a:off x="2513347" y="260838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2" name="直接连接符 471">
              <a:extLst>
                <a:ext uri="{FF2B5EF4-FFF2-40B4-BE49-F238E27FC236}">
                  <a16:creationId xmlns:a16="http://schemas.microsoft.com/office/drawing/2014/main" id="{00C53827-553C-FFE8-EF96-96C356D983C0}"/>
                </a:ext>
              </a:extLst>
            </p:cNvPr>
            <p:cNvCxnSpPr>
              <a:cxnSpLocks/>
              <a:stCxn id="457" idx="3"/>
              <a:endCxn id="458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直接连接符 472">
              <a:extLst>
                <a:ext uri="{FF2B5EF4-FFF2-40B4-BE49-F238E27FC236}">
                  <a16:creationId xmlns:a16="http://schemas.microsoft.com/office/drawing/2014/main" id="{5B77E0E7-7182-425C-75FE-87DF79F4DD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直接连接符 473">
              <a:extLst>
                <a:ext uri="{FF2B5EF4-FFF2-40B4-BE49-F238E27FC236}">
                  <a16:creationId xmlns:a16="http://schemas.microsoft.com/office/drawing/2014/main" id="{EFC6FB84-8B78-BC43-B186-0AF033259E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B1FCF397-2C4F-82AD-789E-4711A38F40E2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直接连接符 475">
              <a:extLst>
                <a:ext uri="{FF2B5EF4-FFF2-40B4-BE49-F238E27FC236}">
                  <a16:creationId xmlns:a16="http://schemas.microsoft.com/office/drawing/2014/main" id="{486E9E8C-FEAD-4DE9-AE31-D705A9B93F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直接连接符 476">
              <a:extLst>
                <a:ext uri="{FF2B5EF4-FFF2-40B4-BE49-F238E27FC236}">
                  <a16:creationId xmlns:a16="http://schemas.microsoft.com/office/drawing/2014/main" id="{CCC6BAD1-2221-7B6F-FC21-9AA75514492F}"/>
                </a:ext>
              </a:extLst>
            </p:cNvPr>
            <p:cNvCxnSpPr>
              <a:cxnSpLocks/>
            </p:cNvCxnSpPr>
            <p:nvPr/>
          </p:nvCxnSpPr>
          <p:spPr>
            <a:xfrm>
              <a:off x="2512843" y="1387904"/>
              <a:ext cx="105524" cy="274470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直接连接符 477">
              <a:extLst>
                <a:ext uri="{FF2B5EF4-FFF2-40B4-BE49-F238E27FC236}">
                  <a16:creationId xmlns:a16="http://schemas.microsoft.com/office/drawing/2014/main" id="{E2719810-16AF-0C84-576B-8149C66DDB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068" y="915916"/>
              <a:ext cx="122512" cy="867275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直接连接符 478">
              <a:extLst>
                <a:ext uri="{FF2B5EF4-FFF2-40B4-BE49-F238E27FC236}">
                  <a16:creationId xmlns:a16="http://schemas.microsoft.com/office/drawing/2014/main" id="{C9E80DAC-BE95-5000-64A7-A6B7518767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792716"/>
              <a:ext cx="56062" cy="399763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直接连接符 479">
              <a:extLst>
                <a:ext uri="{FF2B5EF4-FFF2-40B4-BE49-F238E27FC236}">
                  <a16:creationId xmlns:a16="http://schemas.microsoft.com/office/drawing/2014/main" id="{93344644-DB84-57FE-E28F-E98F9BDE6C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直接连接符 480">
              <a:extLst>
                <a:ext uri="{FF2B5EF4-FFF2-40B4-BE49-F238E27FC236}">
                  <a16:creationId xmlns:a16="http://schemas.microsoft.com/office/drawing/2014/main" id="{7B816AA7-5D60-8EDA-A959-2BA331E26C40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77397" cy="869752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直接连接符 481">
              <a:extLst>
                <a:ext uri="{FF2B5EF4-FFF2-40B4-BE49-F238E27FC236}">
                  <a16:creationId xmlns:a16="http://schemas.microsoft.com/office/drawing/2014/main" id="{D042923A-33B5-D0B3-E63C-F1EF06E4017B}"/>
                </a:ext>
              </a:extLst>
            </p:cNvPr>
            <p:cNvCxnSpPr>
              <a:cxnSpLocks/>
            </p:cNvCxnSpPr>
            <p:nvPr/>
          </p:nvCxnSpPr>
          <p:spPr>
            <a:xfrm>
              <a:off x="2331868" y="1778429"/>
              <a:ext cx="102465" cy="377853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直接连接符 482">
              <a:extLst>
                <a:ext uri="{FF2B5EF4-FFF2-40B4-BE49-F238E27FC236}">
                  <a16:creationId xmlns:a16="http://schemas.microsoft.com/office/drawing/2014/main" id="{E963524E-0A77-2FDB-AEA1-875ABBB108E5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直接连接符 483">
              <a:extLst>
                <a:ext uri="{FF2B5EF4-FFF2-40B4-BE49-F238E27FC236}">
                  <a16:creationId xmlns:a16="http://schemas.microsoft.com/office/drawing/2014/main" id="{0B65C961-1B7A-430C-9079-2D17B12CB3D4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41802" cy="85988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直接连接符 484">
              <a:extLst>
                <a:ext uri="{FF2B5EF4-FFF2-40B4-BE49-F238E27FC236}">
                  <a16:creationId xmlns:a16="http://schemas.microsoft.com/office/drawing/2014/main" id="{9B181714-6186-D49C-9D8D-0CB2EF9248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880" y="2547214"/>
              <a:ext cx="67449" cy="117154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6" name="组合 425">
            <a:extLst>
              <a:ext uri="{FF2B5EF4-FFF2-40B4-BE49-F238E27FC236}">
                <a16:creationId xmlns:a16="http://schemas.microsoft.com/office/drawing/2014/main" id="{DEF7A3AA-85D2-007C-4481-A039B7D14DEF}"/>
              </a:ext>
            </a:extLst>
          </p:cNvPr>
          <p:cNvGrpSpPr/>
          <p:nvPr/>
        </p:nvGrpSpPr>
        <p:grpSpPr>
          <a:xfrm>
            <a:off x="20914209" y="2804108"/>
            <a:ext cx="986329" cy="1810704"/>
            <a:chOff x="1647063" y="880491"/>
            <a:chExt cx="986329" cy="1810704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27" name="椭圆 426">
              <a:extLst>
                <a:ext uri="{FF2B5EF4-FFF2-40B4-BE49-F238E27FC236}">
                  <a16:creationId xmlns:a16="http://schemas.microsoft.com/office/drawing/2014/main" id="{F61F5637-47BB-FEC4-2DA1-7F540A9AB5B2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8" name="椭圆 427">
              <a:extLst>
                <a:ext uri="{FF2B5EF4-FFF2-40B4-BE49-F238E27FC236}">
                  <a16:creationId xmlns:a16="http://schemas.microsoft.com/office/drawing/2014/main" id="{81CAFE3E-5BF8-053B-B7B0-405A24B37352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9" name="椭圆 428">
              <a:extLst>
                <a:ext uri="{FF2B5EF4-FFF2-40B4-BE49-F238E27FC236}">
                  <a16:creationId xmlns:a16="http://schemas.microsoft.com/office/drawing/2014/main" id="{62B402C5-39A9-E048-0A0A-16B4BB1D4E27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0" name="椭圆 429">
              <a:extLst>
                <a:ext uri="{FF2B5EF4-FFF2-40B4-BE49-F238E27FC236}">
                  <a16:creationId xmlns:a16="http://schemas.microsoft.com/office/drawing/2014/main" id="{D0477BF7-46A5-CBE9-032A-310FEB6404A1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1" name="椭圆 430">
              <a:extLst>
                <a:ext uri="{FF2B5EF4-FFF2-40B4-BE49-F238E27FC236}">
                  <a16:creationId xmlns:a16="http://schemas.microsoft.com/office/drawing/2014/main" id="{D123B016-2487-9CC6-8D8E-41CA8683333E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2" name="椭圆 431">
              <a:extLst>
                <a:ext uri="{FF2B5EF4-FFF2-40B4-BE49-F238E27FC236}">
                  <a16:creationId xmlns:a16="http://schemas.microsoft.com/office/drawing/2014/main" id="{0E73A60C-FC55-49DB-1556-4E9B82D8A14E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3" name="椭圆 432">
              <a:extLst>
                <a:ext uri="{FF2B5EF4-FFF2-40B4-BE49-F238E27FC236}">
                  <a16:creationId xmlns:a16="http://schemas.microsoft.com/office/drawing/2014/main" id="{AA95B0DA-FC56-3979-E118-A926EAEEECFD}"/>
                </a:ext>
              </a:extLst>
            </p:cNvPr>
            <p:cNvSpPr/>
            <p:nvPr/>
          </p:nvSpPr>
          <p:spPr>
            <a:xfrm>
              <a:off x="2556943" y="160285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4" name="椭圆 433">
              <a:extLst>
                <a:ext uri="{FF2B5EF4-FFF2-40B4-BE49-F238E27FC236}">
                  <a16:creationId xmlns:a16="http://schemas.microsoft.com/office/drawing/2014/main" id="{296D78C3-C494-D4C4-DF94-63369155BAA1}"/>
                </a:ext>
              </a:extLst>
            </p:cNvPr>
            <p:cNvSpPr/>
            <p:nvPr/>
          </p:nvSpPr>
          <p:spPr>
            <a:xfrm>
              <a:off x="1983007" y="175060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5" name="椭圆 434">
              <a:extLst>
                <a:ext uri="{FF2B5EF4-FFF2-40B4-BE49-F238E27FC236}">
                  <a16:creationId xmlns:a16="http://schemas.microsoft.com/office/drawing/2014/main" id="{DB357D77-FDD6-49F4-D968-D1CECC2C6FB7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6" name="椭圆 435">
              <a:extLst>
                <a:ext uri="{FF2B5EF4-FFF2-40B4-BE49-F238E27FC236}">
                  <a16:creationId xmlns:a16="http://schemas.microsoft.com/office/drawing/2014/main" id="{09A7989D-6032-FC10-C21A-48B618AB0E07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7" name="椭圆 436">
              <a:extLst>
                <a:ext uri="{FF2B5EF4-FFF2-40B4-BE49-F238E27FC236}">
                  <a16:creationId xmlns:a16="http://schemas.microsoft.com/office/drawing/2014/main" id="{8F12E3E0-B05A-59A0-8DB1-AC6662DCD0EE}"/>
                </a:ext>
              </a:extLst>
            </p:cNvPr>
            <p:cNvSpPr/>
            <p:nvPr/>
          </p:nvSpPr>
          <p:spPr>
            <a:xfrm>
              <a:off x="2294989" y="1740283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8" name="椭圆 437">
              <a:extLst>
                <a:ext uri="{FF2B5EF4-FFF2-40B4-BE49-F238E27FC236}">
                  <a16:creationId xmlns:a16="http://schemas.microsoft.com/office/drawing/2014/main" id="{F7F9FD46-E2DB-8051-A2D5-77E6074BADE8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9" name="椭圆 438">
              <a:extLst>
                <a:ext uri="{FF2B5EF4-FFF2-40B4-BE49-F238E27FC236}">
                  <a16:creationId xmlns:a16="http://schemas.microsoft.com/office/drawing/2014/main" id="{3AA2964D-FD30-1E4C-6B19-6A7912DFF45B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0" name="椭圆 439">
              <a:extLst>
                <a:ext uri="{FF2B5EF4-FFF2-40B4-BE49-F238E27FC236}">
                  <a16:creationId xmlns:a16="http://schemas.microsoft.com/office/drawing/2014/main" id="{1B7CAB75-B2C2-E75E-D9C8-F9588ED17DF1}"/>
                </a:ext>
              </a:extLst>
            </p:cNvPr>
            <p:cNvSpPr/>
            <p:nvPr/>
          </p:nvSpPr>
          <p:spPr>
            <a:xfrm>
              <a:off x="1813160" y="2614746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1" name="椭圆 440">
              <a:extLst>
                <a:ext uri="{FF2B5EF4-FFF2-40B4-BE49-F238E27FC236}">
                  <a16:creationId xmlns:a16="http://schemas.microsoft.com/office/drawing/2014/main" id="{54C4273E-3913-5BE1-DB95-75F79C8F6F4E}"/>
                </a:ext>
              </a:extLst>
            </p:cNvPr>
            <p:cNvSpPr/>
            <p:nvPr/>
          </p:nvSpPr>
          <p:spPr>
            <a:xfrm>
              <a:off x="2513347" y="260838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42" name="直接连接符 441">
              <a:extLst>
                <a:ext uri="{FF2B5EF4-FFF2-40B4-BE49-F238E27FC236}">
                  <a16:creationId xmlns:a16="http://schemas.microsoft.com/office/drawing/2014/main" id="{91EF6EC4-3D8A-1DFD-ED71-B9175FE222F6}"/>
                </a:ext>
              </a:extLst>
            </p:cNvPr>
            <p:cNvCxnSpPr>
              <a:cxnSpLocks/>
              <a:stCxn id="427" idx="3"/>
              <a:endCxn id="428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直接连接符 442">
              <a:extLst>
                <a:ext uri="{FF2B5EF4-FFF2-40B4-BE49-F238E27FC236}">
                  <a16:creationId xmlns:a16="http://schemas.microsoft.com/office/drawing/2014/main" id="{60F9713C-E64E-3FB5-9D11-5BD548A637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直接连接符 443">
              <a:extLst>
                <a:ext uri="{FF2B5EF4-FFF2-40B4-BE49-F238E27FC236}">
                  <a16:creationId xmlns:a16="http://schemas.microsoft.com/office/drawing/2014/main" id="{429BA70E-AE6E-6173-FDAE-10C757B581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直接连接符 444">
              <a:extLst>
                <a:ext uri="{FF2B5EF4-FFF2-40B4-BE49-F238E27FC236}">
                  <a16:creationId xmlns:a16="http://schemas.microsoft.com/office/drawing/2014/main" id="{56898725-6610-EEB6-FF74-0F9A9BA21FC4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直接连接符 445">
              <a:extLst>
                <a:ext uri="{FF2B5EF4-FFF2-40B4-BE49-F238E27FC236}">
                  <a16:creationId xmlns:a16="http://schemas.microsoft.com/office/drawing/2014/main" id="{7C8F7F99-F829-2B6B-B833-B75E4EC5F4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直接连接符 446">
              <a:extLst>
                <a:ext uri="{FF2B5EF4-FFF2-40B4-BE49-F238E27FC236}">
                  <a16:creationId xmlns:a16="http://schemas.microsoft.com/office/drawing/2014/main" id="{AD96E421-DAEA-B7F2-D2B8-8F9B64F4093A}"/>
                </a:ext>
              </a:extLst>
            </p:cNvPr>
            <p:cNvCxnSpPr>
              <a:cxnSpLocks/>
            </p:cNvCxnSpPr>
            <p:nvPr/>
          </p:nvCxnSpPr>
          <p:spPr>
            <a:xfrm>
              <a:off x="2512843" y="1387904"/>
              <a:ext cx="105524" cy="27447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直接连接符 447">
              <a:extLst>
                <a:ext uri="{FF2B5EF4-FFF2-40B4-BE49-F238E27FC236}">
                  <a16:creationId xmlns:a16="http://schemas.microsoft.com/office/drawing/2014/main" id="{7CA86766-4E2A-0906-4F8C-076F90F608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068" y="915916"/>
              <a:ext cx="122512" cy="867275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直接连接符 448">
              <a:extLst>
                <a:ext uri="{FF2B5EF4-FFF2-40B4-BE49-F238E27FC236}">
                  <a16:creationId xmlns:a16="http://schemas.microsoft.com/office/drawing/2014/main" id="{C03FC95E-573F-9569-7838-06866B50A1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792716"/>
              <a:ext cx="56062" cy="399763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直接连接符 449">
              <a:extLst>
                <a:ext uri="{FF2B5EF4-FFF2-40B4-BE49-F238E27FC236}">
                  <a16:creationId xmlns:a16="http://schemas.microsoft.com/office/drawing/2014/main" id="{7EAF4395-0489-E987-93A7-E60C66B5E7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直接连接符 450">
              <a:extLst>
                <a:ext uri="{FF2B5EF4-FFF2-40B4-BE49-F238E27FC236}">
                  <a16:creationId xmlns:a16="http://schemas.microsoft.com/office/drawing/2014/main" id="{933207DA-3B92-5283-7B64-67DD7A61B401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77397" cy="869752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接连接符 451">
              <a:extLst>
                <a:ext uri="{FF2B5EF4-FFF2-40B4-BE49-F238E27FC236}">
                  <a16:creationId xmlns:a16="http://schemas.microsoft.com/office/drawing/2014/main" id="{5F3A3C72-8523-177E-F1C2-0330F8F0702C}"/>
                </a:ext>
              </a:extLst>
            </p:cNvPr>
            <p:cNvCxnSpPr>
              <a:cxnSpLocks/>
            </p:cNvCxnSpPr>
            <p:nvPr/>
          </p:nvCxnSpPr>
          <p:spPr>
            <a:xfrm>
              <a:off x="2331868" y="1778429"/>
              <a:ext cx="102465" cy="377853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直接连接符 452">
              <a:extLst>
                <a:ext uri="{FF2B5EF4-FFF2-40B4-BE49-F238E27FC236}">
                  <a16:creationId xmlns:a16="http://schemas.microsoft.com/office/drawing/2014/main" id="{9090DA4A-15A2-0F8D-776B-72F0EB8911BA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直接连接符 453">
              <a:extLst>
                <a:ext uri="{FF2B5EF4-FFF2-40B4-BE49-F238E27FC236}">
                  <a16:creationId xmlns:a16="http://schemas.microsoft.com/office/drawing/2014/main" id="{BB9A73B2-8F19-2FBB-A249-408B3494A665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41802" cy="85988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直接连接符 454">
              <a:extLst>
                <a:ext uri="{FF2B5EF4-FFF2-40B4-BE49-F238E27FC236}">
                  <a16:creationId xmlns:a16="http://schemas.microsoft.com/office/drawing/2014/main" id="{26DD530F-C2AC-6831-0EB6-8D41E3DB52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880" y="2547214"/>
              <a:ext cx="67449" cy="117154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4" name="组合 263">
            <a:extLst>
              <a:ext uri="{FF2B5EF4-FFF2-40B4-BE49-F238E27FC236}">
                <a16:creationId xmlns:a16="http://schemas.microsoft.com/office/drawing/2014/main" id="{CD85C8C9-4D02-B527-B799-F3972783734D}"/>
              </a:ext>
            </a:extLst>
          </p:cNvPr>
          <p:cNvGrpSpPr/>
          <p:nvPr/>
        </p:nvGrpSpPr>
        <p:grpSpPr>
          <a:xfrm>
            <a:off x="-1647528" y="4082094"/>
            <a:ext cx="1153902" cy="1815084"/>
            <a:chOff x="1647063" y="880491"/>
            <a:chExt cx="1153902" cy="1815084"/>
          </a:xfrm>
          <a:solidFill>
            <a:schemeClr val="bg2"/>
          </a:solidFill>
        </p:grpSpPr>
        <p:sp>
          <p:nvSpPr>
            <p:cNvPr id="265" name="椭圆 264">
              <a:extLst>
                <a:ext uri="{FF2B5EF4-FFF2-40B4-BE49-F238E27FC236}">
                  <a16:creationId xmlns:a16="http://schemas.microsoft.com/office/drawing/2014/main" id="{7C72644B-B71C-851E-4C7A-0BB5BC2FBD76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6" name="椭圆 265">
              <a:extLst>
                <a:ext uri="{FF2B5EF4-FFF2-40B4-BE49-F238E27FC236}">
                  <a16:creationId xmlns:a16="http://schemas.microsoft.com/office/drawing/2014/main" id="{CA22D3F2-52E7-32F4-957F-64052DF47872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7" name="椭圆 266">
              <a:extLst>
                <a:ext uri="{FF2B5EF4-FFF2-40B4-BE49-F238E27FC236}">
                  <a16:creationId xmlns:a16="http://schemas.microsoft.com/office/drawing/2014/main" id="{4650CD1E-E424-822B-5B44-2A9599C0B0E7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椭圆 267">
              <a:extLst>
                <a:ext uri="{FF2B5EF4-FFF2-40B4-BE49-F238E27FC236}">
                  <a16:creationId xmlns:a16="http://schemas.microsoft.com/office/drawing/2014/main" id="{EED58510-4000-1002-7F65-9B78DC19F315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椭圆 268">
              <a:extLst>
                <a:ext uri="{FF2B5EF4-FFF2-40B4-BE49-F238E27FC236}">
                  <a16:creationId xmlns:a16="http://schemas.microsoft.com/office/drawing/2014/main" id="{24E9A8C7-8C4F-51D0-4016-17E5449554A2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椭圆 269">
              <a:extLst>
                <a:ext uri="{FF2B5EF4-FFF2-40B4-BE49-F238E27FC236}">
                  <a16:creationId xmlns:a16="http://schemas.microsoft.com/office/drawing/2014/main" id="{E8CF9E1C-6D1A-2818-CEEF-925643488CF7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椭圆 270">
              <a:extLst>
                <a:ext uri="{FF2B5EF4-FFF2-40B4-BE49-F238E27FC236}">
                  <a16:creationId xmlns:a16="http://schemas.microsoft.com/office/drawing/2014/main" id="{E1ABCB07-C326-A454-4C56-B3AA86CE5728}"/>
                </a:ext>
              </a:extLst>
            </p:cNvPr>
            <p:cNvSpPr/>
            <p:nvPr/>
          </p:nvSpPr>
          <p:spPr>
            <a:xfrm>
              <a:off x="2724516" y="148564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2" name="椭圆 271">
              <a:extLst>
                <a:ext uri="{FF2B5EF4-FFF2-40B4-BE49-F238E27FC236}">
                  <a16:creationId xmlns:a16="http://schemas.microsoft.com/office/drawing/2014/main" id="{79F7CC66-5DBB-2112-9592-19A14537A986}"/>
                </a:ext>
              </a:extLst>
            </p:cNvPr>
            <p:cNvSpPr/>
            <p:nvPr/>
          </p:nvSpPr>
          <p:spPr>
            <a:xfrm>
              <a:off x="1954017" y="1808304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3" name="椭圆 272">
              <a:extLst>
                <a:ext uri="{FF2B5EF4-FFF2-40B4-BE49-F238E27FC236}">
                  <a16:creationId xmlns:a16="http://schemas.microsoft.com/office/drawing/2014/main" id="{8FCDB813-AB4B-C736-5506-6B00123F8E25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4" name="椭圆 273">
              <a:extLst>
                <a:ext uri="{FF2B5EF4-FFF2-40B4-BE49-F238E27FC236}">
                  <a16:creationId xmlns:a16="http://schemas.microsoft.com/office/drawing/2014/main" id="{6B30D822-5785-8313-5119-E8959CE30EC0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5" name="椭圆 274">
              <a:extLst>
                <a:ext uri="{FF2B5EF4-FFF2-40B4-BE49-F238E27FC236}">
                  <a16:creationId xmlns:a16="http://schemas.microsoft.com/office/drawing/2014/main" id="{E975FDC8-ED02-6D1D-362C-12CD530A631D}"/>
                </a:ext>
              </a:extLst>
            </p:cNvPr>
            <p:cNvSpPr/>
            <p:nvPr/>
          </p:nvSpPr>
          <p:spPr>
            <a:xfrm>
              <a:off x="2309621" y="1765447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6" name="椭圆 275">
              <a:extLst>
                <a:ext uri="{FF2B5EF4-FFF2-40B4-BE49-F238E27FC236}">
                  <a16:creationId xmlns:a16="http://schemas.microsoft.com/office/drawing/2014/main" id="{4C911755-3E91-AC85-7273-44C132520FD3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7" name="椭圆 276">
              <a:extLst>
                <a:ext uri="{FF2B5EF4-FFF2-40B4-BE49-F238E27FC236}">
                  <a16:creationId xmlns:a16="http://schemas.microsoft.com/office/drawing/2014/main" id="{E1BF8921-5043-75E8-3857-AE15D5CA573E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8" name="椭圆 277">
              <a:extLst>
                <a:ext uri="{FF2B5EF4-FFF2-40B4-BE49-F238E27FC236}">
                  <a16:creationId xmlns:a16="http://schemas.microsoft.com/office/drawing/2014/main" id="{5C1C8C4E-FF0B-4D74-CFAC-85EC8E36B5B4}"/>
                </a:ext>
              </a:extLst>
            </p:cNvPr>
            <p:cNvSpPr/>
            <p:nvPr/>
          </p:nvSpPr>
          <p:spPr>
            <a:xfrm>
              <a:off x="1928534" y="2619126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9" name="椭圆 278">
              <a:extLst>
                <a:ext uri="{FF2B5EF4-FFF2-40B4-BE49-F238E27FC236}">
                  <a16:creationId xmlns:a16="http://schemas.microsoft.com/office/drawing/2014/main" id="{238AFAE0-B63C-8CE0-4A55-3C107E8DD813}"/>
                </a:ext>
              </a:extLst>
            </p:cNvPr>
            <p:cNvSpPr/>
            <p:nvPr/>
          </p:nvSpPr>
          <p:spPr>
            <a:xfrm>
              <a:off x="2603834" y="2542677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433A0A50-A77A-EAD1-89A5-75A904692BEF}"/>
                </a:ext>
              </a:extLst>
            </p:cNvPr>
            <p:cNvCxnSpPr>
              <a:cxnSpLocks/>
              <a:stCxn id="265" idx="3"/>
              <a:endCxn id="266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4F960C22-33BD-C10D-01A8-97078FB53F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连接符 281">
              <a:extLst>
                <a:ext uri="{FF2B5EF4-FFF2-40B4-BE49-F238E27FC236}">
                  <a16:creationId xmlns:a16="http://schemas.microsoft.com/office/drawing/2014/main" id="{81693EEC-CFE3-3750-BDA8-4EF2C60423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连接符 282">
              <a:extLst>
                <a:ext uri="{FF2B5EF4-FFF2-40B4-BE49-F238E27FC236}">
                  <a16:creationId xmlns:a16="http://schemas.microsoft.com/office/drawing/2014/main" id="{B488F8E9-E9BE-F8CD-A15A-77884B858F55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连接符 283">
              <a:extLst>
                <a:ext uri="{FF2B5EF4-FFF2-40B4-BE49-F238E27FC236}">
                  <a16:creationId xmlns:a16="http://schemas.microsoft.com/office/drawing/2014/main" id="{D2F92D53-56C3-B63D-6533-58D8FE6FAC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接连接符 284">
              <a:extLst>
                <a:ext uri="{FF2B5EF4-FFF2-40B4-BE49-F238E27FC236}">
                  <a16:creationId xmlns:a16="http://schemas.microsoft.com/office/drawing/2014/main" id="{2F634253-3DB1-9C6E-A7A9-0123B1FE7264}"/>
                </a:ext>
              </a:extLst>
            </p:cNvPr>
            <p:cNvCxnSpPr>
              <a:cxnSpLocks/>
            </p:cNvCxnSpPr>
            <p:nvPr/>
          </p:nvCxnSpPr>
          <p:spPr>
            <a:xfrm>
              <a:off x="2514571" y="1387908"/>
              <a:ext cx="249762" cy="135522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9C446E03-9E4D-0F23-A498-C6DE984559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5138" y="915916"/>
              <a:ext cx="154442" cy="926654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直接连接符 286">
              <a:extLst>
                <a:ext uri="{FF2B5EF4-FFF2-40B4-BE49-F238E27FC236}">
                  <a16:creationId xmlns:a16="http://schemas.microsoft.com/office/drawing/2014/main" id="{F316F776-D5A9-1DDC-5107-5E0AD32C8C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840157"/>
              <a:ext cx="21718" cy="352322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接连接符 287">
              <a:extLst>
                <a:ext uri="{FF2B5EF4-FFF2-40B4-BE49-F238E27FC236}">
                  <a16:creationId xmlns:a16="http://schemas.microsoft.com/office/drawing/2014/main" id="{BF5E0623-6209-5CE8-4C81-D15361A55F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23D6960E-5A8A-5DE7-D08F-5D3FC93C3F3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83400" cy="890457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连接符 289">
              <a:extLst>
                <a:ext uri="{FF2B5EF4-FFF2-40B4-BE49-F238E27FC236}">
                  <a16:creationId xmlns:a16="http://schemas.microsoft.com/office/drawing/2014/main" id="{E1A75216-0B43-3113-3D9B-113B9A3CE854}"/>
                </a:ext>
              </a:extLst>
            </p:cNvPr>
            <p:cNvCxnSpPr>
              <a:cxnSpLocks/>
            </p:cNvCxnSpPr>
            <p:nvPr/>
          </p:nvCxnSpPr>
          <p:spPr>
            <a:xfrm>
              <a:off x="2347459" y="1806373"/>
              <a:ext cx="86874" cy="349909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>
              <a:extLst>
                <a:ext uri="{FF2B5EF4-FFF2-40B4-BE49-F238E27FC236}">
                  <a16:creationId xmlns:a16="http://schemas.microsoft.com/office/drawing/2014/main" id="{E2FA5A2A-DB84-8327-8E33-DED2EAD8962C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>
              <a:extLst>
                <a:ext uri="{FF2B5EF4-FFF2-40B4-BE49-F238E27FC236}">
                  <a16:creationId xmlns:a16="http://schemas.microsoft.com/office/drawing/2014/main" id="{2952FFE1-EC9E-FD19-F2C7-DD1CF281B49A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132724" cy="26545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>
              <a:extLst>
                <a:ext uri="{FF2B5EF4-FFF2-40B4-BE49-F238E27FC236}">
                  <a16:creationId xmlns:a16="http://schemas.microsoft.com/office/drawing/2014/main" id="{7199910C-AA00-518B-FC11-C0CC7F73A215}"/>
                </a:ext>
              </a:extLst>
            </p:cNvPr>
            <p:cNvCxnSpPr>
              <a:cxnSpLocks/>
              <a:endCxn id="278" idx="5"/>
            </p:cNvCxnSpPr>
            <p:nvPr/>
          </p:nvCxnSpPr>
          <p:spPr>
            <a:xfrm>
              <a:off x="1920329" y="2547214"/>
              <a:ext cx="73458" cy="137166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4" name="组合 233">
            <a:extLst>
              <a:ext uri="{FF2B5EF4-FFF2-40B4-BE49-F238E27FC236}">
                <a16:creationId xmlns:a16="http://schemas.microsoft.com/office/drawing/2014/main" id="{DF034F66-8E93-75A5-7F30-869C50D0172A}"/>
              </a:ext>
            </a:extLst>
          </p:cNvPr>
          <p:cNvGrpSpPr/>
          <p:nvPr/>
        </p:nvGrpSpPr>
        <p:grpSpPr>
          <a:xfrm>
            <a:off x="-1844305" y="4178660"/>
            <a:ext cx="1153902" cy="1815084"/>
            <a:chOff x="1647063" y="880491"/>
            <a:chExt cx="1153902" cy="1815084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35" name="椭圆 234">
              <a:extLst>
                <a:ext uri="{FF2B5EF4-FFF2-40B4-BE49-F238E27FC236}">
                  <a16:creationId xmlns:a16="http://schemas.microsoft.com/office/drawing/2014/main" id="{AB33DF06-723F-09C8-F820-A4A131844701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6" name="椭圆 235">
              <a:extLst>
                <a:ext uri="{FF2B5EF4-FFF2-40B4-BE49-F238E27FC236}">
                  <a16:creationId xmlns:a16="http://schemas.microsoft.com/office/drawing/2014/main" id="{E19C51A2-A79A-AC47-2255-04A9519536BE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7" name="椭圆 236">
              <a:extLst>
                <a:ext uri="{FF2B5EF4-FFF2-40B4-BE49-F238E27FC236}">
                  <a16:creationId xmlns:a16="http://schemas.microsoft.com/office/drawing/2014/main" id="{81726E9C-92C9-1D66-C850-2C2B24BCD2C6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8" name="椭圆 237">
              <a:extLst>
                <a:ext uri="{FF2B5EF4-FFF2-40B4-BE49-F238E27FC236}">
                  <a16:creationId xmlns:a16="http://schemas.microsoft.com/office/drawing/2014/main" id="{30EB1E1B-10E6-AAD6-9FA6-ED0B65126CF0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" name="椭圆 238">
              <a:extLst>
                <a:ext uri="{FF2B5EF4-FFF2-40B4-BE49-F238E27FC236}">
                  <a16:creationId xmlns:a16="http://schemas.microsoft.com/office/drawing/2014/main" id="{B3A99FF3-E892-78BC-7FDF-3EA73796B790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椭圆 239">
              <a:extLst>
                <a:ext uri="{FF2B5EF4-FFF2-40B4-BE49-F238E27FC236}">
                  <a16:creationId xmlns:a16="http://schemas.microsoft.com/office/drawing/2014/main" id="{0FB08E53-732C-1C23-1625-AB059A3F4307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1" name="椭圆 240">
              <a:extLst>
                <a:ext uri="{FF2B5EF4-FFF2-40B4-BE49-F238E27FC236}">
                  <a16:creationId xmlns:a16="http://schemas.microsoft.com/office/drawing/2014/main" id="{DEC8FADB-605F-BD77-62B8-B8357E64B50C}"/>
                </a:ext>
              </a:extLst>
            </p:cNvPr>
            <p:cNvSpPr/>
            <p:nvPr/>
          </p:nvSpPr>
          <p:spPr>
            <a:xfrm>
              <a:off x="2724516" y="148564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2" name="椭圆 241">
              <a:extLst>
                <a:ext uri="{FF2B5EF4-FFF2-40B4-BE49-F238E27FC236}">
                  <a16:creationId xmlns:a16="http://schemas.microsoft.com/office/drawing/2014/main" id="{23270E09-C7D8-2950-EEEF-5BADAE0BB7E0}"/>
                </a:ext>
              </a:extLst>
            </p:cNvPr>
            <p:cNvSpPr/>
            <p:nvPr/>
          </p:nvSpPr>
          <p:spPr>
            <a:xfrm>
              <a:off x="1954017" y="1808304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3" name="椭圆 242">
              <a:extLst>
                <a:ext uri="{FF2B5EF4-FFF2-40B4-BE49-F238E27FC236}">
                  <a16:creationId xmlns:a16="http://schemas.microsoft.com/office/drawing/2014/main" id="{F1D28C68-DA05-17F5-88BC-038FA7D764B2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椭圆 243">
              <a:extLst>
                <a:ext uri="{FF2B5EF4-FFF2-40B4-BE49-F238E27FC236}">
                  <a16:creationId xmlns:a16="http://schemas.microsoft.com/office/drawing/2014/main" id="{2BB12374-2BA9-AAC1-ADE8-367545BB3810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椭圆 244">
              <a:extLst>
                <a:ext uri="{FF2B5EF4-FFF2-40B4-BE49-F238E27FC236}">
                  <a16:creationId xmlns:a16="http://schemas.microsoft.com/office/drawing/2014/main" id="{1CF5B4C9-4D97-E66D-B4A5-9B1D04099BFE}"/>
                </a:ext>
              </a:extLst>
            </p:cNvPr>
            <p:cNvSpPr/>
            <p:nvPr/>
          </p:nvSpPr>
          <p:spPr>
            <a:xfrm>
              <a:off x="2309621" y="176544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椭圆 245">
              <a:extLst>
                <a:ext uri="{FF2B5EF4-FFF2-40B4-BE49-F238E27FC236}">
                  <a16:creationId xmlns:a16="http://schemas.microsoft.com/office/drawing/2014/main" id="{B13CC1E5-431E-76B7-ABF9-AD5C4CC4D5D9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椭圆 246">
              <a:extLst>
                <a:ext uri="{FF2B5EF4-FFF2-40B4-BE49-F238E27FC236}">
                  <a16:creationId xmlns:a16="http://schemas.microsoft.com/office/drawing/2014/main" id="{05D8D9CB-1DFA-17A9-EFD1-44657EDE9952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8" name="椭圆 247">
              <a:extLst>
                <a:ext uri="{FF2B5EF4-FFF2-40B4-BE49-F238E27FC236}">
                  <a16:creationId xmlns:a16="http://schemas.microsoft.com/office/drawing/2014/main" id="{91D3235A-C904-604D-85D3-EDC2210D7266}"/>
                </a:ext>
              </a:extLst>
            </p:cNvPr>
            <p:cNvSpPr/>
            <p:nvPr/>
          </p:nvSpPr>
          <p:spPr>
            <a:xfrm>
              <a:off x="1928534" y="2619126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椭圆 248">
              <a:extLst>
                <a:ext uri="{FF2B5EF4-FFF2-40B4-BE49-F238E27FC236}">
                  <a16:creationId xmlns:a16="http://schemas.microsoft.com/office/drawing/2014/main" id="{60FD505D-63C5-41F1-A94E-354FC91C121F}"/>
                </a:ext>
              </a:extLst>
            </p:cNvPr>
            <p:cNvSpPr/>
            <p:nvPr/>
          </p:nvSpPr>
          <p:spPr>
            <a:xfrm>
              <a:off x="2603834" y="254267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2B27A349-B35E-46DA-22A3-1AC40640A150}"/>
                </a:ext>
              </a:extLst>
            </p:cNvPr>
            <p:cNvCxnSpPr>
              <a:cxnSpLocks/>
              <a:stCxn id="235" idx="3"/>
              <a:endCxn id="236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7195DCDD-3634-AB3E-F05D-B8AFD862EF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>
              <a:extLst>
                <a:ext uri="{FF2B5EF4-FFF2-40B4-BE49-F238E27FC236}">
                  <a16:creationId xmlns:a16="http://schemas.microsoft.com/office/drawing/2014/main" id="{456DEEF1-92C4-BDE4-8680-864CB11158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>
              <a:extLst>
                <a:ext uri="{FF2B5EF4-FFF2-40B4-BE49-F238E27FC236}">
                  <a16:creationId xmlns:a16="http://schemas.microsoft.com/office/drawing/2014/main" id="{357528EA-377D-6F05-65D4-5ADA0E69EBC5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>
              <a:extLst>
                <a:ext uri="{FF2B5EF4-FFF2-40B4-BE49-F238E27FC236}">
                  <a16:creationId xmlns:a16="http://schemas.microsoft.com/office/drawing/2014/main" id="{A6DA21BF-91C6-5BD0-4A3A-91C990ED4A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>
              <a:extLst>
                <a:ext uri="{FF2B5EF4-FFF2-40B4-BE49-F238E27FC236}">
                  <a16:creationId xmlns:a16="http://schemas.microsoft.com/office/drawing/2014/main" id="{EFA31704-AEB3-5440-0148-068E83F92143}"/>
                </a:ext>
              </a:extLst>
            </p:cNvPr>
            <p:cNvCxnSpPr>
              <a:cxnSpLocks/>
            </p:cNvCxnSpPr>
            <p:nvPr/>
          </p:nvCxnSpPr>
          <p:spPr>
            <a:xfrm>
              <a:off x="2514571" y="1387908"/>
              <a:ext cx="249762" cy="135522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>
              <a:extLst>
                <a:ext uri="{FF2B5EF4-FFF2-40B4-BE49-F238E27FC236}">
                  <a16:creationId xmlns:a16="http://schemas.microsoft.com/office/drawing/2014/main" id="{F83D0FBE-9E94-2B35-EB30-F7A7C38C79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5138" y="915916"/>
              <a:ext cx="154442" cy="926654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>
              <a:extLst>
                <a:ext uri="{FF2B5EF4-FFF2-40B4-BE49-F238E27FC236}">
                  <a16:creationId xmlns:a16="http://schemas.microsoft.com/office/drawing/2014/main" id="{8CC9B72C-3107-BB5D-DF6E-A301439EBB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840157"/>
              <a:ext cx="21718" cy="352322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063289EC-66F0-42C8-3DC7-F108D8B6AF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>
              <a:extLst>
                <a:ext uri="{FF2B5EF4-FFF2-40B4-BE49-F238E27FC236}">
                  <a16:creationId xmlns:a16="http://schemas.microsoft.com/office/drawing/2014/main" id="{4DE293A5-2C5D-F5EC-DEC9-F24B5B6914E4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83400" cy="890457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4FE09F09-B63F-EEEF-2563-C095BA647A5D}"/>
                </a:ext>
              </a:extLst>
            </p:cNvPr>
            <p:cNvCxnSpPr>
              <a:cxnSpLocks/>
            </p:cNvCxnSpPr>
            <p:nvPr/>
          </p:nvCxnSpPr>
          <p:spPr>
            <a:xfrm>
              <a:off x="2347459" y="1806373"/>
              <a:ext cx="86874" cy="349909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A4682026-306E-2104-AD5D-90C0124E4056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>
              <a:extLst>
                <a:ext uri="{FF2B5EF4-FFF2-40B4-BE49-F238E27FC236}">
                  <a16:creationId xmlns:a16="http://schemas.microsoft.com/office/drawing/2014/main" id="{C964AABD-9C7D-13ED-6E7A-F3CBB29DB8EC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132724" cy="26545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>
              <a:extLst>
                <a:ext uri="{FF2B5EF4-FFF2-40B4-BE49-F238E27FC236}">
                  <a16:creationId xmlns:a16="http://schemas.microsoft.com/office/drawing/2014/main" id="{13EA686D-5C74-17F3-7A77-6DC10A2DBE64}"/>
                </a:ext>
              </a:extLst>
            </p:cNvPr>
            <p:cNvCxnSpPr>
              <a:cxnSpLocks/>
              <a:endCxn id="248" idx="5"/>
            </p:cNvCxnSpPr>
            <p:nvPr/>
          </p:nvCxnSpPr>
          <p:spPr>
            <a:xfrm>
              <a:off x="1920329" y="2547214"/>
              <a:ext cx="73458" cy="137166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矩形 112">
            <a:extLst>
              <a:ext uri="{FF2B5EF4-FFF2-40B4-BE49-F238E27FC236}">
                <a16:creationId xmlns:a16="http://schemas.microsoft.com/office/drawing/2014/main" id="{82DD5D11-6EC2-8178-04F7-3E72306E9AB3}"/>
              </a:ext>
            </a:extLst>
          </p:cNvPr>
          <p:cNvSpPr/>
          <p:nvPr/>
        </p:nvSpPr>
        <p:spPr>
          <a:xfrm>
            <a:off x="2848661" y="2116751"/>
            <a:ext cx="330013" cy="3163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E79A2A14-9898-567B-539C-3D9299992E8E}"/>
              </a:ext>
            </a:extLst>
          </p:cNvPr>
          <p:cNvGrpSpPr/>
          <p:nvPr/>
        </p:nvGrpSpPr>
        <p:grpSpPr>
          <a:xfrm>
            <a:off x="-123636" y="133093"/>
            <a:ext cx="1982866" cy="1976212"/>
            <a:chOff x="1036150" y="2531563"/>
            <a:chExt cx="2059836" cy="2052924"/>
          </a:xfrm>
        </p:grpSpPr>
        <p:sp>
          <p:nvSpPr>
            <p:cNvPr id="89" name="双括号 88">
              <a:extLst>
                <a:ext uri="{FF2B5EF4-FFF2-40B4-BE49-F238E27FC236}">
                  <a16:creationId xmlns:a16="http://schemas.microsoft.com/office/drawing/2014/main" id="{8054FBE9-FD2B-429D-08FE-5113A856D044}"/>
                </a:ext>
              </a:extLst>
            </p:cNvPr>
            <p:cNvSpPr/>
            <p:nvPr/>
          </p:nvSpPr>
          <p:spPr>
            <a:xfrm>
              <a:off x="1381988" y="2870489"/>
              <a:ext cx="1713998" cy="1713998"/>
            </a:xfrm>
            <a:prstGeom prst="bracketPair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3D56A599-9D0D-0F86-2994-7E6761A2CC1F}"/>
                </a:ext>
              </a:extLst>
            </p:cNvPr>
            <p:cNvSpPr/>
            <p:nvPr/>
          </p:nvSpPr>
          <p:spPr>
            <a:xfrm>
              <a:off x="1591868" y="3023636"/>
              <a:ext cx="278974" cy="278974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6DFE3C1C-8A2D-6C3E-7A9D-2AE924CE6837}"/>
                </a:ext>
              </a:extLst>
            </p:cNvPr>
            <p:cNvSpPr/>
            <p:nvPr/>
          </p:nvSpPr>
          <p:spPr>
            <a:xfrm>
              <a:off x="1967844" y="3026369"/>
              <a:ext cx="278974" cy="278974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7CC8A646-2788-B413-9F93-F90718DE202C}"/>
                </a:ext>
              </a:extLst>
            </p:cNvPr>
            <p:cNvSpPr/>
            <p:nvPr/>
          </p:nvSpPr>
          <p:spPr>
            <a:xfrm>
              <a:off x="1591868" y="3411514"/>
              <a:ext cx="278974" cy="278974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84F7EBC3-39E6-62CA-0E37-24D3C2F3E55C}"/>
                </a:ext>
              </a:extLst>
            </p:cNvPr>
            <p:cNvSpPr/>
            <p:nvPr/>
          </p:nvSpPr>
          <p:spPr>
            <a:xfrm>
              <a:off x="1967844" y="3411514"/>
              <a:ext cx="278974" cy="278974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A80A4100-FD2B-5E31-9713-FDEE9F1ACEA5}"/>
                </a:ext>
              </a:extLst>
            </p:cNvPr>
            <p:cNvSpPr/>
            <p:nvPr/>
          </p:nvSpPr>
          <p:spPr>
            <a:xfrm>
              <a:off x="1597722" y="4113018"/>
              <a:ext cx="278974" cy="278974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A87EC798-5F24-52BE-574D-50E4855083DA}"/>
                </a:ext>
              </a:extLst>
            </p:cNvPr>
            <p:cNvSpPr/>
            <p:nvPr/>
          </p:nvSpPr>
          <p:spPr>
            <a:xfrm>
              <a:off x="1947761" y="4113018"/>
              <a:ext cx="278974" cy="278974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1B89CA4B-FE55-2516-36D2-A2750EC4E2B2}"/>
                </a:ext>
              </a:extLst>
            </p:cNvPr>
            <p:cNvSpPr/>
            <p:nvPr/>
          </p:nvSpPr>
          <p:spPr>
            <a:xfrm>
              <a:off x="2609802" y="3413084"/>
              <a:ext cx="278974" cy="278974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43C428F0-FBAA-4EA7-8128-3E46A3D60F86}"/>
                </a:ext>
              </a:extLst>
            </p:cNvPr>
            <p:cNvSpPr/>
            <p:nvPr/>
          </p:nvSpPr>
          <p:spPr>
            <a:xfrm>
              <a:off x="2609802" y="4117611"/>
              <a:ext cx="278974" cy="278974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C0B139B8-A27A-C118-28ED-D2EEE19D2A81}"/>
                </a:ext>
              </a:extLst>
            </p:cNvPr>
            <p:cNvSpPr/>
            <p:nvPr/>
          </p:nvSpPr>
          <p:spPr>
            <a:xfrm>
              <a:off x="2609802" y="3023636"/>
              <a:ext cx="278974" cy="278974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713F8345-4035-8321-BBB6-30B456C96EDE}"/>
                    </a:ext>
                  </a:extLst>
                </p:cNvPr>
                <p:cNvSpPr txBox="1"/>
                <p:nvPr/>
              </p:nvSpPr>
              <p:spPr>
                <a:xfrm>
                  <a:off x="2303742" y="3412935"/>
                  <a:ext cx="25968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713F8345-4035-8321-BBB6-30B456C96E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742" y="3412935"/>
                  <a:ext cx="25968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7647" r="-20588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CBD47C07-3000-8128-32AD-0F4EA7BE862D}"/>
                    </a:ext>
                  </a:extLst>
                </p:cNvPr>
                <p:cNvSpPr txBox="1"/>
                <p:nvPr/>
              </p:nvSpPr>
              <p:spPr>
                <a:xfrm>
                  <a:off x="2044597" y="3768466"/>
                  <a:ext cx="13465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CBD47C07-3000-8128-32AD-0F4EA7BE86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4597" y="3768466"/>
                  <a:ext cx="13465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55556" r="-55556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05333379-B60F-09A2-57CA-DF1261AF5483}"/>
                    </a:ext>
                  </a:extLst>
                </p:cNvPr>
                <p:cNvSpPr txBox="1"/>
                <p:nvPr/>
              </p:nvSpPr>
              <p:spPr>
                <a:xfrm>
                  <a:off x="2330993" y="3768466"/>
                  <a:ext cx="20518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⋱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05333379-B60F-09A2-57CA-DF1261AF54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0993" y="3768466"/>
                  <a:ext cx="205184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7037" r="-37037" b="-30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F6E6E082-FDC1-E304-1A66-323264377CF3}"/>
                    </a:ext>
                  </a:extLst>
                </p:cNvPr>
                <p:cNvSpPr txBox="1"/>
                <p:nvPr/>
              </p:nvSpPr>
              <p:spPr>
                <a:xfrm>
                  <a:off x="1631674" y="2531564"/>
                  <a:ext cx="2391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F6E6E082-FDC1-E304-1A66-323264377C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1674" y="2531564"/>
                  <a:ext cx="23916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51613" r="-22581" b="-6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23A0B32B-E1B6-B3FB-2DDB-5854012A1D55}"/>
                    </a:ext>
                  </a:extLst>
                </p:cNvPr>
                <p:cNvSpPr txBox="1"/>
                <p:nvPr/>
              </p:nvSpPr>
              <p:spPr>
                <a:xfrm>
                  <a:off x="2018521" y="2531563"/>
                  <a:ext cx="24449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23A0B32B-E1B6-B3FB-2DDB-5854012A1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8521" y="2531563"/>
                  <a:ext cx="244491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48485" r="-21212" b="-6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B229ECF5-9506-3924-0FA0-0E0D50C333CE}"/>
                    </a:ext>
                  </a:extLst>
                </p:cNvPr>
                <p:cNvSpPr txBox="1"/>
                <p:nvPr/>
              </p:nvSpPr>
              <p:spPr>
                <a:xfrm>
                  <a:off x="2596908" y="2531563"/>
                  <a:ext cx="2772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B229ECF5-9506-3924-0FA0-0E0D50C333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6908" y="2531563"/>
                  <a:ext cx="277255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44444" r="-19444" b="-6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25832630-4DD1-48CC-148F-CB5992D6244A}"/>
                    </a:ext>
                  </a:extLst>
                </p:cNvPr>
                <p:cNvSpPr txBox="1"/>
                <p:nvPr/>
              </p:nvSpPr>
              <p:spPr>
                <a:xfrm>
                  <a:off x="1055194" y="2994062"/>
                  <a:ext cx="2391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25832630-4DD1-48CC-148F-CB5992D624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94" y="2994062"/>
                  <a:ext cx="23916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51613" r="-22581" b="-6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95222F74-7497-7864-BFDD-611866B92CC5}"/>
                    </a:ext>
                  </a:extLst>
                </p:cNvPr>
                <p:cNvSpPr txBox="1"/>
                <p:nvPr/>
              </p:nvSpPr>
              <p:spPr>
                <a:xfrm>
                  <a:off x="1055194" y="3394686"/>
                  <a:ext cx="24449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95222F74-7497-7864-BFDD-611866B92C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94" y="3394686"/>
                  <a:ext cx="244491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50000" r="-21875" b="-594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58F223A7-DC36-A878-35E7-06934D72E34B}"/>
                    </a:ext>
                  </a:extLst>
                </p:cNvPr>
                <p:cNvSpPr txBox="1"/>
                <p:nvPr/>
              </p:nvSpPr>
              <p:spPr>
                <a:xfrm>
                  <a:off x="1036150" y="4098165"/>
                  <a:ext cx="2772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58F223A7-DC36-A878-35E7-06934D72E3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150" y="4098165"/>
                  <a:ext cx="277255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43243" r="-18919" b="-6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C8285732-CD9F-DEA1-69FA-D4FEB23A1D5B}"/>
                  </a:ext>
                </a:extLst>
              </p:cNvPr>
              <p:cNvSpPr txBox="1"/>
              <p:nvPr/>
            </p:nvSpPr>
            <p:spPr>
              <a:xfrm>
                <a:off x="2148171" y="1001381"/>
                <a:ext cx="26221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C8285732-CD9F-DEA1-69FA-D4FEB23A1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171" y="1001381"/>
                <a:ext cx="262218" cy="276999"/>
              </a:xfrm>
              <a:prstGeom prst="rect">
                <a:avLst/>
              </a:prstGeom>
              <a:blipFill>
                <a:blip r:embed="rId12"/>
                <a:stretch>
                  <a:fillRect l="-30233" r="-20930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6A4F15C5-B708-1CED-1BAB-2F5CAA5D5F60}"/>
                  </a:ext>
                </a:extLst>
              </p:cNvPr>
              <p:cNvSpPr txBox="1"/>
              <p:nvPr/>
            </p:nvSpPr>
            <p:spPr>
              <a:xfrm>
                <a:off x="2148171" y="3128863"/>
                <a:ext cx="26221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6A4F15C5-B708-1CED-1BAB-2F5CAA5D5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171" y="3128863"/>
                <a:ext cx="262218" cy="276999"/>
              </a:xfrm>
              <a:prstGeom prst="rect">
                <a:avLst/>
              </a:prstGeom>
              <a:blipFill>
                <a:blip r:embed="rId13"/>
                <a:stretch>
                  <a:fillRect l="-30233" r="-20930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右大括号 110">
            <a:extLst>
              <a:ext uri="{FF2B5EF4-FFF2-40B4-BE49-F238E27FC236}">
                <a16:creationId xmlns:a16="http://schemas.microsoft.com/office/drawing/2014/main" id="{7BAD319B-13A1-BA10-E0C0-16C692115169}"/>
              </a:ext>
            </a:extLst>
          </p:cNvPr>
          <p:cNvSpPr/>
          <p:nvPr/>
        </p:nvSpPr>
        <p:spPr>
          <a:xfrm>
            <a:off x="2512172" y="1168400"/>
            <a:ext cx="330013" cy="2202249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69EBE80E-A348-5C34-C793-DDA6AB04E3B2}"/>
                  </a:ext>
                </a:extLst>
              </p:cNvPr>
              <p:cNvSpPr txBox="1"/>
              <p:nvPr/>
            </p:nvSpPr>
            <p:spPr>
              <a:xfrm>
                <a:off x="2926886" y="2136432"/>
                <a:ext cx="17356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69EBE80E-A348-5C34-C793-DDA6AB04E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886" y="2136432"/>
                <a:ext cx="173561" cy="276999"/>
              </a:xfrm>
              <a:prstGeom prst="rect">
                <a:avLst/>
              </a:prstGeom>
              <a:blipFill>
                <a:blip r:embed="rId14"/>
                <a:stretch>
                  <a:fillRect l="-37931" r="-41379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1" name="组合 230">
            <a:extLst>
              <a:ext uri="{FF2B5EF4-FFF2-40B4-BE49-F238E27FC236}">
                <a16:creationId xmlns:a16="http://schemas.microsoft.com/office/drawing/2014/main" id="{CB4A62E8-F2AC-0D69-EE88-79EFDF2C2F14}"/>
              </a:ext>
            </a:extLst>
          </p:cNvPr>
          <p:cNvGrpSpPr/>
          <p:nvPr/>
        </p:nvGrpSpPr>
        <p:grpSpPr>
          <a:xfrm>
            <a:off x="-1634110" y="443611"/>
            <a:ext cx="925447" cy="1455725"/>
            <a:chOff x="1674495" y="240411"/>
            <a:chExt cx="1153902" cy="1815084"/>
          </a:xfrm>
        </p:grpSpPr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CCC775A1-6763-2FD5-1F96-580EB5D118B6}"/>
                </a:ext>
              </a:extLst>
            </p:cNvPr>
            <p:cNvGrpSpPr/>
            <p:nvPr/>
          </p:nvGrpSpPr>
          <p:grpSpPr>
            <a:xfrm>
              <a:off x="1674495" y="240411"/>
              <a:ext cx="1153902" cy="1815084"/>
              <a:chOff x="1647063" y="880491"/>
              <a:chExt cx="1153902" cy="1815084"/>
            </a:xfrm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16B7674E-9048-4347-B4CC-8B0E13B74C2C}"/>
                  </a:ext>
                </a:extLst>
              </p:cNvPr>
              <p:cNvSpPr/>
              <p:nvPr/>
            </p:nvSpPr>
            <p:spPr>
              <a:xfrm>
                <a:off x="2115023" y="880491"/>
                <a:ext cx="76449" cy="7644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03A0773A-E060-B4EE-6FF8-3B3394A852B1}"/>
                  </a:ext>
                </a:extLst>
              </p:cNvPr>
              <p:cNvSpPr/>
              <p:nvPr/>
            </p:nvSpPr>
            <p:spPr>
              <a:xfrm>
                <a:off x="1887993" y="1136479"/>
                <a:ext cx="76449" cy="7644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5AC2510E-5DE2-8DFF-5660-4F367E0D082B}"/>
                  </a:ext>
                </a:extLst>
              </p:cNvPr>
              <p:cNvSpPr/>
              <p:nvPr/>
            </p:nvSpPr>
            <p:spPr>
              <a:xfrm>
                <a:off x="2309621" y="1151537"/>
                <a:ext cx="76449" cy="7644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39C20D22-CEB2-0C53-5877-80B0F0E7EE02}"/>
                  </a:ext>
                </a:extLst>
              </p:cNvPr>
              <p:cNvSpPr/>
              <p:nvPr/>
            </p:nvSpPr>
            <p:spPr>
              <a:xfrm>
                <a:off x="1725829" y="1331656"/>
                <a:ext cx="76449" cy="7644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361AEAB7-7655-6E2E-3D29-E7B21867650A}"/>
                  </a:ext>
                </a:extLst>
              </p:cNvPr>
              <p:cNvSpPr/>
              <p:nvPr/>
            </p:nvSpPr>
            <p:spPr>
              <a:xfrm>
                <a:off x="1647063" y="1596331"/>
                <a:ext cx="76449" cy="7644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7E2786BE-2C07-E5D6-2958-4DCCA053B788}"/>
                  </a:ext>
                </a:extLst>
              </p:cNvPr>
              <p:cNvSpPr/>
              <p:nvPr/>
            </p:nvSpPr>
            <p:spPr>
              <a:xfrm>
                <a:off x="2472944" y="1344905"/>
                <a:ext cx="76449" cy="7644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B678F3DB-F686-CAA9-B129-5CFBAFFD7D0A}"/>
                  </a:ext>
                </a:extLst>
              </p:cNvPr>
              <p:cNvSpPr/>
              <p:nvPr/>
            </p:nvSpPr>
            <p:spPr>
              <a:xfrm>
                <a:off x="2724516" y="1485641"/>
                <a:ext cx="76449" cy="7644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2453C80C-E947-CEE8-91D0-98C2D779B4E7}"/>
                  </a:ext>
                </a:extLst>
              </p:cNvPr>
              <p:cNvSpPr/>
              <p:nvPr/>
            </p:nvSpPr>
            <p:spPr>
              <a:xfrm>
                <a:off x="1954017" y="1808304"/>
                <a:ext cx="76449" cy="7644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12FA4B8C-05AA-98F8-542A-B5AFD299E1FF}"/>
                  </a:ext>
                </a:extLst>
              </p:cNvPr>
              <p:cNvSpPr/>
              <p:nvPr/>
            </p:nvSpPr>
            <p:spPr>
              <a:xfrm>
                <a:off x="1935484" y="2154061"/>
                <a:ext cx="76449" cy="7644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0B475013-5F97-D292-7C52-53C017DA63FF}"/>
                  </a:ext>
                </a:extLst>
              </p:cNvPr>
              <p:cNvSpPr/>
              <p:nvPr/>
            </p:nvSpPr>
            <p:spPr>
              <a:xfrm>
                <a:off x="1887993" y="2512561"/>
                <a:ext cx="76449" cy="7644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03562B35-D260-EE6B-AF8F-6001A515ABCA}"/>
                  </a:ext>
                </a:extLst>
              </p:cNvPr>
              <p:cNvSpPr/>
              <p:nvPr/>
            </p:nvSpPr>
            <p:spPr>
              <a:xfrm>
                <a:off x="2309621" y="1765447"/>
                <a:ext cx="76449" cy="7644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3F58BE44-E478-6D4F-66A7-40990FB89C17}"/>
                  </a:ext>
                </a:extLst>
              </p:cNvPr>
              <p:cNvSpPr/>
              <p:nvPr/>
            </p:nvSpPr>
            <p:spPr>
              <a:xfrm>
                <a:off x="2396495" y="2111204"/>
                <a:ext cx="76449" cy="7644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EB4767BA-8DFF-0FEB-634A-3481985210C5}"/>
                  </a:ext>
                </a:extLst>
              </p:cNvPr>
              <p:cNvSpPr/>
              <p:nvPr/>
            </p:nvSpPr>
            <p:spPr>
              <a:xfrm>
                <a:off x="2472944" y="2512561"/>
                <a:ext cx="76449" cy="7644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93C78E47-367C-9A76-B421-0BC910A877ED}"/>
                  </a:ext>
                </a:extLst>
              </p:cNvPr>
              <p:cNvSpPr/>
              <p:nvPr/>
            </p:nvSpPr>
            <p:spPr>
              <a:xfrm>
                <a:off x="1928534" y="2619126"/>
                <a:ext cx="76449" cy="7644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018A0150-3F86-7443-2E70-B62B97ED051C}"/>
                  </a:ext>
                </a:extLst>
              </p:cNvPr>
              <p:cNvSpPr/>
              <p:nvPr/>
            </p:nvSpPr>
            <p:spPr>
              <a:xfrm>
                <a:off x="2603834" y="2542677"/>
                <a:ext cx="76449" cy="7644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E18CBE0F-6431-0A21-1B2E-8D9BF69FB22F}"/>
                  </a:ext>
                </a:extLst>
              </p:cNvPr>
              <p:cNvCxnSpPr>
                <a:cxnSpLocks/>
                <a:stCxn id="6" idx="3"/>
                <a:endCxn id="7" idx="7"/>
              </p:cNvCxnSpPr>
              <p:nvPr/>
            </p:nvCxnSpPr>
            <p:spPr>
              <a:xfrm flipH="1">
                <a:off x="1953247" y="945744"/>
                <a:ext cx="172972" cy="20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5299A122-5F4A-D839-CF4A-0AE332276A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4014" y="1174125"/>
                <a:ext cx="173555" cy="19787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623D7DB5-2D13-1519-C140-679FDDF39D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83840" y="1372004"/>
                <a:ext cx="74808" cy="2654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D3370E71-E071-6F1A-4A6D-C5CC1E1B91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0787" y="918933"/>
                <a:ext cx="197276" cy="2751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5354341F-6D86-C14F-F7EE-15D463CAF1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58922" y="1194033"/>
                <a:ext cx="153840" cy="1900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DC48C503-878A-5E55-67FD-EF4ED8EABB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571" y="1387908"/>
                <a:ext cx="249762" cy="13552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EB8332B9-AD16-63AD-F574-66D4021AE2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95138" y="915916"/>
                <a:ext cx="154442" cy="92665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B18046FB-4FCA-81DD-175E-895054E0BF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71006" y="1840157"/>
                <a:ext cx="21718" cy="35232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F4976260-F0B5-BAE1-2B29-D46B4B0C07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27569" y="2190066"/>
                <a:ext cx="43437" cy="3643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B3B94BD5-B0A9-A1ED-ECAC-FBBD86C424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233" y="908677"/>
                <a:ext cx="183400" cy="8904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3E4CEA9F-B5E2-A08C-D760-DE5D0FBB7D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47459" y="1806373"/>
                <a:ext cx="86874" cy="34990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9D012043-9813-A597-3824-AECD632B04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4333" y="2146629"/>
                <a:ext cx="74808" cy="40541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6BAA57EA-6BEC-E05F-FA7D-B45C489B7C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09141" y="2554453"/>
                <a:ext cx="132724" cy="2654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BD443B78-C4DD-4975-7237-71012CB625A4}"/>
                  </a:ext>
                </a:extLst>
              </p:cNvPr>
              <p:cNvCxnSpPr>
                <a:cxnSpLocks/>
                <a:endCxn id="19" idx="5"/>
              </p:cNvCxnSpPr>
              <p:nvPr/>
            </p:nvCxnSpPr>
            <p:spPr>
              <a:xfrm>
                <a:off x="1920329" y="2547214"/>
                <a:ext cx="73458" cy="1371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2" name="连接符: 曲线 121">
              <a:extLst>
                <a:ext uri="{FF2B5EF4-FFF2-40B4-BE49-F238E27FC236}">
                  <a16:creationId xmlns:a16="http://schemas.microsoft.com/office/drawing/2014/main" id="{F61020FB-FEFB-36CC-5176-A58C953DC2A2}"/>
                </a:ext>
              </a:extLst>
            </p:cNvPr>
            <p:cNvCxnSpPr>
              <a:cxnSpLocks/>
              <a:stCxn id="10" idx="2"/>
              <a:endCxn id="9" idx="2"/>
            </p:cNvCxnSpPr>
            <p:nvPr/>
          </p:nvCxnSpPr>
          <p:spPr>
            <a:xfrm rot="10800000" flipH="1">
              <a:off x="1674495" y="729802"/>
              <a:ext cx="78766" cy="264675"/>
            </a:xfrm>
            <a:prstGeom prst="curvedConnector3">
              <a:avLst>
                <a:gd name="adj1" fmla="val -41319"/>
              </a:avLst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0" name="连接符: 曲线 129">
              <a:extLst>
                <a:ext uri="{FF2B5EF4-FFF2-40B4-BE49-F238E27FC236}">
                  <a16:creationId xmlns:a16="http://schemas.microsoft.com/office/drawing/2014/main" id="{04FDBC27-16E0-58D9-6471-924197EE8CCF}"/>
                </a:ext>
              </a:extLst>
            </p:cNvPr>
            <p:cNvCxnSpPr>
              <a:cxnSpLocks/>
              <a:stCxn id="9" idx="1"/>
              <a:endCxn id="7" idx="1"/>
            </p:cNvCxnSpPr>
            <p:nvPr/>
          </p:nvCxnSpPr>
          <p:spPr>
            <a:xfrm rot="5400000" flipH="1" flipV="1">
              <a:off x="1747951" y="524102"/>
              <a:ext cx="195177" cy="162164"/>
            </a:xfrm>
            <a:prstGeom prst="curvedConnector3">
              <a:avLst>
                <a:gd name="adj1" fmla="val 95974"/>
              </a:avLst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1" name="连接符: 曲线 140">
              <a:extLst>
                <a:ext uri="{FF2B5EF4-FFF2-40B4-BE49-F238E27FC236}">
                  <a16:creationId xmlns:a16="http://schemas.microsoft.com/office/drawing/2014/main" id="{8D0CB4BD-B7D3-4D8A-4934-C499D18022D9}"/>
                </a:ext>
              </a:extLst>
            </p:cNvPr>
            <p:cNvCxnSpPr>
              <a:cxnSpLocks/>
              <a:stCxn id="10" idx="6"/>
              <a:endCxn id="10" idx="4"/>
            </p:cNvCxnSpPr>
            <p:nvPr/>
          </p:nvCxnSpPr>
          <p:spPr>
            <a:xfrm flipH="1">
              <a:off x="1712720" y="994476"/>
              <a:ext cx="38224" cy="38224"/>
            </a:xfrm>
            <a:prstGeom prst="curvedConnector4">
              <a:avLst>
                <a:gd name="adj1" fmla="val -448540"/>
                <a:gd name="adj2" fmla="val 415639"/>
              </a:avLst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6" name="连接符: 曲线 145">
              <a:extLst>
                <a:ext uri="{FF2B5EF4-FFF2-40B4-BE49-F238E27FC236}">
                  <a16:creationId xmlns:a16="http://schemas.microsoft.com/office/drawing/2014/main" id="{6FDEE413-E250-5F89-EEE3-6EBE9FD9180C}"/>
                </a:ext>
              </a:extLst>
            </p:cNvPr>
            <p:cNvCxnSpPr>
              <a:cxnSpLocks/>
              <a:stCxn id="9" idx="6"/>
              <a:endCxn id="9" idx="4"/>
            </p:cNvCxnSpPr>
            <p:nvPr/>
          </p:nvCxnSpPr>
          <p:spPr>
            <a:xfrm flipH="1">
              <a:off x="1791486" y="729801"/>
              <a:ext cx="38224" cy="38224"/>
            </a:xfrm>
            <a:prstGeom prst="curvedConnector4">
              <a:avLst>
                <a:gd name="adj1" fmla="val -448540"/>
                <a:gd name="adj2" fmla="val 482090"/>
              </a:avLst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1" name="连接符: 曲线 150">
              <a:extLst>
                <a:ext uri="{FF2B5EF4-FFF2-40B4-BE49-F238E27FC236}">
                  <a16:creationId xmlns:a16="http://schemas.microsoft.com/office/drawing/2014/main" id="{0D06F18E-6B8C-57AD-C23F-02F5B352C92A}"/>
                </a:ext>
              </a:extLst>
            </p:cNvPr>
            <p:cNvCxnSpPr>
              <a:cxnSpLocks/>
              <a:stCxn id="7" idx="0"/>
              <a:endCxn id="6" idx="1"/>
            </p:cNvCxnSpPr>
            <p:nvPr/>
          </p:nvCxnSpPr>
          <p:spPr>
            <a:xfrm rot="5400000" flipH="1" flipV="1">
              <a:off x="1931254" y="274003"/>
              <a:ext cx="244792" cy="200001"/>
            </a:xfrm>
            <a:prstGeom prst="curvedConnector3">
              <a:avLst>
                <a:gd name="adj1" fmla="val 104573"/>
              </a:avLst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7" name="连接符: 曲线 156">
              <a:extLst>
                <a:ext uri="{FF2B5EF4-FFF2-40B4-BE49-F238E27FC236}">
                  <a16:creationId xmlns:a16="http://schemas.microsoft.com/office/drawing/2014/main" id="{3893C207-546B-1AE0-57CA-07059734921D}"/>
                </a:ext>
              </a:extLst>
            </p:cNvPr>
            <p:cNvCxnSpPr>
              <a:cxnSpLocks/>
              <a:stCxn id="7" idx="6"/>
              <a:endCxn id="7" idx="5"/>
            </p:cNvCxnSpPr>
            <p:nvPr/>
          </p:nvCxnSpPr>
          <p:spPr>
            <a:xfrm flipH="1">
              <a:off x="1980678" y="534624"/>
              <a:ext cx="11196" cy="27028"/>
            </a:xfrm>
            <a:prstGeom prst="curvedConnector4">
              <a:avLst>
                <a:gd name="adj1" fmla="val -850750"/>
                <a:gd name="adj2" fmla="val 717030"/>
              </a:avLst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5" name="连接符: 曲线 164">
              <a:extLst>
                <a:ext uri="{FF2B5EF4-FFF2-40B4-BE49-F238E27FC236}">
                  <a16:creationId xmlns:a16="http://schemas.microsoft.com/office/drawing/2014/main" id="{FA3B1B0C-2377-8E1D-AA8B-D808BBEFE81E}"/>
                </a:ext>
              </a:extLst>
            </p:cNvPr>
            <p:cNvCxnSpPr>
              <a:cxnSpLocks/>
              <a:stCxn id="13" idx="6"/>
              <a:endCxn id="6" idx="4"/>
            </p:cNvCxnSpPr>
            <p:nvPr/>
          </p:nvCxnSpPr>
          <p:spPr>
            <a:xfrm flipV="1">
              <a:off x="2057898" y="316860"/>
              <a:ext cx="122782" cy="889589"/>
            </a:xfrm>
            <a:prstGeom prst="curvedConnector2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7" name="连接符: 曲线 176">
              <a:extLst>
                <a:ext uri="{FF2B5EF4-FFF2-40B4-BE49-F238E27FC236}">
                  <a16:creationId xmlns:a16="http://schemas.microsoft.com/office/drawing/2014/main" id="{6B456E30-F380-C648-3BAA-722490EC9F36}"/>
                </a:ext>
              </a:extLst>
            </p:cNvPr>
            <p:cNvCxnSpPr>
              <a:cxnSpLocks/>
              <a:stCxn id="6" idx="1"/>
              <a:endCxn id="6" idx="7"/>
            </p:cNvCxnSpPr>
            <p:nvPr/>
          </p:nvCxnSpPr>
          <p:spPr>
            <a:xfrm rot="5400000" flipH="1" flipV="1">
              <a:off x="2180679" y="224579"/>
              <a:ext cx="12700" cy="54057"/>
            </a:xfrm>
            <a:prstGeom prst="curvedConnector3">
              <a:avLst>
                <a:gd name="adj1" fmla="val 1625646"/>
              </a:avLst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5" name="连接符: 曲线 184">
              <a:extLst>
                <a:ext uri="{FF2B5EF4-FFF2-40B4-BE49-F238E27FC236}">
                  <a16:creationId xmlns:a16="http://schemas.microsoft.com/office/drawing/2014/main" id="{52FD49EB-4476-A663-F9CB-FB7A8CE4ACBB}"/>
                </a:ext>
              </a:extLst>
            </p:cNvPr>
            <p:cNvCxnSpPr>
              <a:cxnSpLocks/>
              <a:stCxn id="14" idx="6"/>
              <a:endCxn id="13" idx="6"/>
            </p:cNvCxnSpPr>
            <p:nvPr/>
          </p:nvCxnSpPr>
          <p:spPr>
            <a:xfrm flipV="1">
              <a:off x="2039365" y="1206449"/>
              <a:ext cx="18533" cy="345757"/>
            </a:xfrm>
            <a:prstGeom prst="curvedConnector3">
              <a:avLst>
                <a:gd name="adj1" fmla="val 613948"/>
              </a:avLst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9" name="连接符: 曲线 188">
              <a:extLst>
                <a:ext uri="{FF2B5EF4-FFF2-40B4-BE49-F238E27FC236}">
                  <a16:creationId xmlns:a16="http://schemas.microsoft.com/office/drawing/2014/main" id="{8996B6AA-699E-232D-92B9-576955F9859C}"/>
                </a:ext>
              </a:extLst>
            </p:cNvPr>
            <p:cNvCxnSpPr>
              <a:cxnSpLocks/>
              <a:stCxn id="15" idx="6"/>
              <a:endCxn id="14" idx="6"/>
            </p:cNvCxnSpPr>
            <p:nvPr/>
          </p:nvCxnSpPr>
          <p:spPr>
            <a:xfrm flipV="1">
              <a:off x="1991874" y="1552206"/>
              <a:ext cx="47491" cy="358500"/>
            </a:xfrm>
            <a:prstGeom prst="curvedConnector3">
              <a:avLst>
                <a:gd name="adj1" fmla="val 310591"/>
              </a:avLst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3" name="连接符: 曲线 192">
              <a:extLst>
                <a:ext uri="{FF2B5EF4-FFF2-40B4-BE49-F238E27FC236}">
                  <a16:creationId xmlns:a16="http://schemas.microsoft.com/office/drawing/2014/main" id="{66B97515-82E2-3206-0616-F6EE795F596D}"/>
                </a:ext>
              </a:extLst>
            </p:cNvPr>
            <p:cNvCxnSpPr>
              <a:cxnSpLocks/>
              <a:stCxn id="19" idx="3"/>
              <a:endCxn id="15" idx="2"/>
            </p:cNvCxnSpPr>
            <p:nvPr/>
          </p:nvCxnSpPr>
          <p:spPr>
            <a:xfrm rot="5400000" flipH="1">
              <a:off x="1874497" y="1951635"/>
              <a:ext cx="133593" cy="51737"/>
            </a:xfrm>
            <a:prstGeom prst="curvedConnector4">
              <a:avLst>
                <a:gd name="adj1" fmla="val -20857"/>
                <a:gd name="adj2" fmla="val 284104"/>
              </a:avLst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00" name="组合 199">
            <a:extLst>
              <a:ext uri="{FF2B5EF4-FFF2-40B4-BE49-F238E27FC236}">
                <a16:creationId xmlns:a16="http://schemas.microsoft.com/office/drawing/2014/main" id="{3422BCA7-3751-ABD0-35B9-8826A3E7CA08}"/>
              </a:ext>
            </a:extLst>
          </p:cNvPr>
          <p:cNvGrpSpPr/>
          <p:nvPr/>
        </p:nvGrpSpPr>
        <p:grpSpPr>
          <a:xfrm>
            <a:off x="-2034878" y="4286984"/>
            <a:ext cx="1153902" cy="1815084"/>
            <a:chOff x="1647063" y="880491"/>
            <a:chExt cx="1153902" cy="1815084"/>
          </a:xfrm>
        </p:grpSpPr>
        <p:sp>
          <p:nvSpPr>
            <p:cNvPr id="201" name="椭圆 200">
              <a:extLst>
                <a:ext uri="{FF2B5EF4-FFF2-40B4-BE49-F238E27FC236}">
                  <a16:creationId xmlns:a16="http://schemas.microsoft.com/office/drawing/2014/main" id="{E47A79C6-5E9B-DCBE-D37B-1ED7514CBCA0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椭圆 201">
              <a:extLst>
                <a:ext uri="{FF2B5EF4-FFF2-40B4-BE49-F238E27FC236}">
                  <a16:creationId xmlns:a16="http://schemas.microsoft.com/office/drawing/2014/main" id="{14C5131A-355B-D6B2-5C0D-AB49129955A6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椭圆 202">
              <a:extLst>
                <a:ext uri="{FF2B5EF4-FFF2-40B4-BE49-F238E27FC236}">
                  <a16:creationId xmlns:a16="http://schemas.microsoft.com/office/drawing/2014/main" id="{6E9DE169-0182-EB23-5844-1240E30D979C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椭圆 203">
              <a:extLst>
                <a:ext uri="{FF2B5EF4-FFF2-40B4-BE49-F238E27FC236}">
                  <a16:creationId xmlns:a16="http://schemas.microsoft.com/office/drawing/2014/main" id="{C3AFF761-4277-4B66-93A1-A33D6661CDF6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椭圆 204">
              <a:extLst>
                <a:ext uri="{FF2B5EF4-FFF2-40B4-BE49-F238E27FC236}">
                  <a16:creationId xmlns:a16="http://schemas.microsoft.com/office/drawing/2014/main" id="{9C2F2CB8-4D65-029F-DF59-0EECDF7DD0CE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椭圆 205">
              <a:extLst>
                <a:ext uri="{FF2B5EF4-FFF2-40B4-BE49-F238E27FC236}">
                  <a16:creationId xmlns:a16="http://schemas.microsoft.com/office/drawing/2014/main" id="{AAF1E7ED-E339-708F-A3FD-5D2B72BB02BC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椭圆 206">
              <a:extLst>
                <a:ext uri="{FF2B5EF4-FFF2-40B4-BE49-F238E27FC236}">
                  <a16:creationId xmlns:a16="http://schemas.microsoft.com/office/drawing/2014/main" id="{41E761D0-F263-9956-BA4E-4B883A18F1BD}"/>
                </a:ext>
              </a:extLst>
            </p:cNvPr>
            <p:cNvSpPr/>
            <p:nvPr/>
          </p:nvSpPr>
          <p:spPr>
            <a:xfrm>
              <a:off x="2724516" y="148564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椭圆 207">
              <a:extLst>
                <a:ext uri="{FF2B5EF4-FFF2-40B4-BE49-F238E27FC236}">
                  <a16:creationId xmlns:a16="http://schemas.microsoft.com/office/drawing/2014/main" id="{934E6B3B-AF0B-E874-D82B-DBB9ECDCF9C2}"/>
                </a:ext>
              </a:extLst>
            </p:cNvPr>
            <p:cNvSpPr/>
            <p:nvPr/>
          </p:nvSpPr>
          <p:spPr>
            <a:xfrm>
              <a:off x="1954017" y="1808304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椭圆 208">
              <a:extLst>
                <a:ext uri="{FF2B5EF4-FFF2-40B4-BE49-F238E27FC236}">
                  <a16:creationId xmlns:a16="http://schemas.microsoft.com/office/drawing/2014/main" id="{4ABF1BCF-AFFF-2A9D-697E-B8FF13094677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椭圆 209">
              <a:extLst>
                <a:ext uri="{FF2B5EF4-FFF2-40B4-BE49-F238E27FC236}">
                  <a16:creationId xmlns:a16="http://schemas.microsoft.com/office/drawing/2014/main" id="{4F85A3CF-3EA0-5A36-EFCE-264F72A925DA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椭圆 210">
              <a:extLst>
                <a:ext uri="{FF2B5EF4-FFF2-40B4-BE49-F238E27FC236}">
                  <a16:creationId xmlns:a16="http://schemas.microsoft.com/office/drawing/2014/main" id="{22530070-7C8B-D95F-F4E5-07F3072107D2}"/>
                </a:ext>
              </a:extLst>
            </p:cNvPr>
            <p:cNvSpPr/>
            <p:nvPr/>
          </p:nvSpPr>
          <p:spPr>
            <a:xfrm>
              <a:off x="2309621" y="1765447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椭圆 211">
              <a:extLst>
                <a:ext uri="{FF2B5EF4-FFF2-40B4-BE49-F238E27FC236}">
                  <a16:creationId xmlns:a16="http://schemas.microsoft.com/office/drawing/2014/main" id="{2887A540-8731-83D3-400E-628F14EC4061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椭圆 212">
              <a:extLst>
                <a:ext uri="{FF2B5EF4-FFF2-40B4-BE49-F238E27FC236}">
                  <a16:creationId xmlns:a16="http://schemas.microsoft.com/office/drawing/2014/main" id="{DE4BFF62-5DF2-83AD-C95C-A0BB5B06FEAA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椭圆 213">
              <a:extLst>
                <a:ext uri="{FF2B5EF4-FFF2-40B4-BE49-F238E27FC236}">
                  <a16:creationId xmlns:a16="http://schemas.microsoft.com/office/drawing/2014/main" id="{A06E308A-A076-CA0D-9D2C-0B08067335C0}"/>
                </a:ext>
              </a:extLst>
            </p:cNvPr>
            <p:cNvSpPr/>
            <p:nvPr/>
          </p:nvSpPr>
          <p:spPr>
            <a:xfrm>
              <a:off x="1928534" y="2619126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椭圆 214">
              <a:extLst>
                <a:ext uri="{FF2B5EF4-FFF2-40B4-BE49-F238E27FC236}">
                  <a16:creationId xmlns:a16="http://schemas.microsoft.com/office/drawing/2014/main" id="{563D6E45-96BA-DC16-A985-E1CA2CACA6BA}"/>
                </a:ext>
              </a:extLst>
            </p:cNvPr>
            <p:cNvSpPr/>
            <p:nvPr/>
          </p:nvSpPr>
          <p:spPr>
            <a:xfrm>
              <a:off x="2603834" y="2542677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id="{74C1E130-34C2-88E8-BAC4-E4014E10448D}"/>
                </a:ext>
              </a:extLst>
            </p:cNvPr>
            <p:cNvCxnSpPr>
              <a:cxnSpLocks/>
              <a:stCxn id="201" idx="3"/>
              <a:endCxn id="202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A57622D4-1584-A32C-84C9-F13492CF3C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BBD75A69-8485-D234-05C4-1DA888B973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F9AC3F98-5A68-0874-3B34-EFDF568077C7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1E897A0F-BB44-2E4B-2F79-01A9C1DC61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16CC58D9-67E6-A667-571A-637261391CF8}"/>
                </a:ext>
              </a:extLst>
            </p:cNvPr>
            <p:cNvCxnSpPr>
              <a:cxnSpLocks/>
            </p:cNvCxnSpPr>
            <p:nvPr/>
          </p:nvCxnSpPr>
          <p:spPr>
            <a:xfrm>
              <a:off x="2514571" y="1387908"/>
              <a:ext cx="249762" cy="1355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>
              <a:extLst>
                <a:ext uri="{FF2B5EF4-FFF2-40B4-BE49-F238E27FC236}">
                  <a16:creationId xmlns:a16="http://schemas.microsoft.com/office/drawing/2014/main" id="{BD182E94-CC1E-56E8-829A-87F28BBA33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5138" y="915916"/>
              <a:ext cx="154442" cy="9266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D183134C-A4FB-395C-4B59-E829972984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840157"/>
              <a:ext cx="21718" cy="3523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E887DB6E-DF29-0E62-1E97-33A99D3401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49C36EFB-DCA3-9FC9-5BB1-ED04C3B62F74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83400" cy="890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C394113D-82EC-2CEA-4E84-CB794A730989}"/>
                </a:ext>
              </a:extLst>
            </p:cNvPr>
            <p:cNvCxnSpPr>
              <a:cxnSpLocks/>
            </p:cNvCxnSpPr>
            <p:nvPr/>
          </p:nvCxnSpPr>
          <p:spPr>
            <a:xfrm>
              <a:off x="2347459" y="1806373"/>
              <a:ext cx="86874" cy="349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8936A73C-580C-0DC2-DE72-244C63A4CF21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81E2A178-12E4-30FB-706E-62E1A3D17730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132724" cy="265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>
              <a:extLst>
                <a:ext uri="{FF2B5EF4-FFF2-40B4-BE49-F238E27FC236}">
                  <a16:creationId xmlns:a16="http://schemas.microsoft.com/office/drawing/2014/main" id="{8630EC1F-C174-1903-F1B2-13B6442B3ADF}"/>
                </a:ext>
              </a:extLst>
            </p:cNvPr>
            <p:cNvCxnSpPr>
              <a:cxnSpLocks/>
              <a:endCxn id="214" idx="5"/>
            </p:cNvCxnSpPr>
            <p:nvPr/>
          </p:nvCxnSpPr>
          <p:spPr>
            <a:xfrm>
              <a:off x="1920329" y="2547214"/>
              <a:ext cx="73458" cy="1371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2" name="矩形 231">
            <a:extLst>
              <a:ext uri="{FF2B5EF4-FFF2-40B4-BE49-F238E27FC236}">
                <a16:creationId xmlns:a16="http://schemas.microsoft.com/office/drawing/2014/main" id="{7CD56B59-FD29-7E17-44CC-7FA2D3A38A46}"/>
              </a:ext>
            </a:extLst>
          </p:cNvPr>
          <p:cNvSpPr/>
          <p:nvPr/>
        </p:nvSpPr>
        <p:spPr>
          <a:xfrm>
            <a:off x="2328378" y="5459333"/>
            <a:ext cx="330013" cy="3163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32AD7A5A-6741-CD17-23F2-3094B7345F3D}"/>
                  </a:ext>
                </a:extLst>
              </p:cNvPr>
              <p:cNvSpPr txBox="1"/>
              <p:nvPr/>
            </p:nvSpPr>
            <p:spPr>
              <a:xfrm>
                <a:off x="2400433" y="5479014"/>
                <a:ext cx="17356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32AD7A5A-6741-CD17-23F2-3094B7345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433" y="5479014"/>
                <a:ext cx="173561" cy="276999"/>
              </a:xfrm>
              <a:prstGeom prst="rect">
                <a:avLst/>
              </a:prstGeom>
              <a:blipFill>
                <a:blip r:embed="rId15"/>
                <a:stretch>
                  <a:fillRect l="-50000" r="-78571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4" name="矩形 293">
            <a:extLst>
              <a:ext uri="{FF2B5EF4-FFF2-40B4-BE49-F238E27FC236}">
                <a16:creationId xmlns:a16="http://schemas.microsoft.com/office/drawing/2014/main" id="{E5AA7EF4-99C5-8AD3-2480-C18E67E7EDAD}"/>
              </a:ext>
            </a:extLst>
          </p:cNvPr>
          <p:cNvSpPr/>
          <p:nvPr/>
        </p:nvSpPr>
        <p:spPr>
          <a:xfrm>
            <a:off x="702957" y="4790530"/>
            <a:ext cx="330013" cy="3163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文本框 294">
                <a:extLst>
                  <a:ext uri="{FF2B5EF4-FFF2-40B4-BE49-F238E27FC236}">
                    <a16:creationId xmlns:a16="http://schemas.microsoft.com/office/drawing/2014/main" id="{1D753585-A3AB-F604-411C-2F241930E7A3}"/>
                  </a:ext>
                </a:extLst>
              </p:cNvPr>
              <p:cNvSpPr txBox="1"/>
              <p:nvPr/>
            </p:nvSpPr>
            <p:spPr>
              <a:xfrm>
                <a:off x="738984" y="4797067"/>
                <a:ext cx="257958" cy="3032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295" name="文本框 294">
                <a:extLst>
                  <a:ext uri="{FF2B5EF4-FFF2-40B4-BE49-F238E27FC236}">
                    <a16:creationId xmlns:a16="http://schemas.microsoft.com/office/drawing/2014/main" id="{1D753585-A3AB-F604-411C-2F241930E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984" y="4797067"/>
                <a:ext cx="257958" cy="303288"/>
              </a:xfrm>
              <a:prstGeom prst="rect">
                <a:avLst/>
              </a:prstGeom>
              <a:blipFill>
                <a:blip r:embed="rId16"/>
                <a:stretch>
                  <a:fillRect l="-30233" r="-30233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文本框 295">
                <a:extLst>
                  <a:ext uri="{FF2B5EF4-FFF2-40B4-BE49-F238E27FC236}">
                    <a16:creationId xmlns:a16="http://schemas.microsoft.com/office/drawing/2014/main" id="{D6A87CFF-5F4B-3E1E-6F08-087BB2D4971A}"/>
                  </a:ext>
                </a:extLst>
              </p:cNvPr>
              <p:cNvSpPr txBox="1"/>
              <p:nvPr/>
            </p:nvSpPr>
            <p:spPr>
              <a:xfrm>
                <a:off x="-1563620" y="3840341"/>
                <a:ext cx="2054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96" name="文本框 295">
                <a:extLst>
                  <a:ext uri="{FF2B5EF4-FFF2-40B4-BE49-F238E27FC236}">
                    <a16:creationId xmlns:a16="http://schemas.microsoft.com/office/drawing/2014/main" id="{D6A87CFF-5F4B-3E1E-6F08-087BB2D49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3620" y="3840341"/>
                <a:ext cx="205441" cy="276999"/>
              </a:xfrm>
              <a:prstGeom prst="rect">
                <a:avLst/>
              </a:prstGeom>
              <a:blipFill>
                <a:blip r:embed="rId17"/>
                <a:stretch>
                  <a:fillRect l="-27273" r="-24242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8" name="直接箭头连接符 297">
            <a:extLst>
              <a:ext uri="{FF2B5EF4-FFF2-40B4-BE49-F238E27FC236}">
                <a16:creationId xmlns:a16="http://schemas.microsoft.com/office/drawing/2014/main" id="{C32F1826-110A-15C4-466A-275DB09C1A0F}"/>
              </a:ext>
            </a:extLst>
          </p:cNvPr>
          <p:cNvCxnSpPr/>
          <p:nvPr/>
        </p:nvCxnSpPr>
        <p:spPr>
          <a:xfrm flipH="1">
            <a:off x="-1750459" y="3919220"/>
            <a:ext cx="579120" cy="396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9" name="矩形: 圆角 298">
            <a:extLst>
              <a:ext uri="{FF2B5EF4-FFF2-40B4-BE49-F238E27FC236}">
                <a16:creationId xmlns:a16="http://schemas.microsoft.com/office/drawing/2014/main" id="{CE98BF10-26E8-9FCA-D92B-BE0684AF9C91}"/>
              </a:ext>
            </a:extLst>
          </p:cNvPr>
          <p:cNvSpPr/>
          <p:nvPr/>
        </p:nvSpPr>
        <p:spPr>
          <a:xfrm rot="5400000">
            <a:off x="3147929" y="4947003"/>
            <a:ext cx="1258803" cy="70211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Matmul</a:t>
            </a:r>
            <a:endParaRPr lang="zh-CN" altLang="en-US" b="1" dirty="0"/>
          </a:p>
        </p:txBody>
      </p:sp>
      <p:cxnSp>
        <p:nvCxnSpPr>
          <p:cNvPr id="300" name="直接箭头连接符 299">
            <a:extLst>
              <a:ext uri="{FF2B5EF4-FFF2-40B4-BE49-F238E27FC236}">
                <a16:creationId xmlns:a16="http://schemas.microsoft.com/office/drawing/2014/main" id="{E8CA5F69-4203-977A-96B4-01F7D9C054A0}"/>
              </a:ext>
            </a:extLst>
          </p:cNvPr>
          <p:cNvCxnSpPr>
            <a:cxnSpLocks/>
            <a:stCxn id="294" idx="3"/>
          </p:cNvCxnSpPr>
          <p:nvPr/>
        </p:nvCxnSpPr>
        <p:spPr>
          <a:xfrm>
            <a:off x="1032970" y="4948712"/>
            <a:ext cx="23887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5" name="直接箭头连接符 304">
            <a:extLst>
              <a:ext uri="{FF2B5EF4-FFF2-40B4-BE49-F238E27FC236}">
                <a16:creationId xmlns:a16="http://schemas.microsoft.com/office/drawing/2014/main" id="{E2E5E293-5935-B95A-074E-230375EEB9EA}"/>
              </a:ext>
            </a:extLst>
          </p:cNvPr>
          <p:cNvCxnSpPr>
            <a:cxnSpLocks/>
            <a:stCxn id="232" idx="3"/>
          </p:cNvCxnSpPr>
          <p:nvPr/>
        </p:nvCxnSpPr>
        <p:spPr>
          <a:xfrm>
            <a:off x="2658391" y="5617515"/>
            <a:ext cx="7633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9" name="矩形: 圆角 308">
            <a:extLst>
              <a:ext uri="{FF2B5EF4-FFF2-40B4-BE49-F238E27FC236}">
                <a16:creationId xmlns:a16="http://schemas.microsoft.com/office/drawing/2014/main" id="{13E0D7B2-49D3-656E-4CD9-ED02905CAC28}"/>
              </a:ext>
            </a:extLst>
          </p:cNvPr>
          <p:cNvSpPr/>
          <p:nvPr/>
        </p:nvSpPr>
        <p:spPr>
          <a:xfrm rot="5400000">
            <a:off x="3215779" y="3430540"/>
            <a:ext cx="3262160" cy="70211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Matmul</a:t>
            </a:r>
            <a:endParaRPr lang="zh-CN" altLang="en-US" b="1" dirty="0"/>
          </a:p>
        </p:txBody>
      </p:sp>
      <p:cxnSp>
        <p:nvCxnSpPr>
          <p:cNvPr id="310" name="直接箭头连接符 309">
            <a:extLst>
              <a:ext uri="{FF2B5EF4-FFF2-40B4-BE49-F238E27FC236}">
                <a16:creationId xmlns:a16="http://schemas.microsoft.com/office/drawing/2014/main" id="{7AFD3F3D-B8FC-7C7C-67B1-2C57CB77C450}"/>
              </a:ext>
            </a:extLst>
          </p:cNvPr>
          <p:cNvCxnSpPr>
            <a:cxnSpLocks/>
            <a:stCxn id="113" idx="3"/>
          </p:cNvCxnSpPr>
          <p:nvPr/>
        </p:nvCxnSpPr>
        <p:spPr>
          <a:xfrm>
            <a:off x="3178674" y="2274933"/>
            <a:ext cx="1317125" cy="7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文本框 315">
                <a:extLst>
                  <a:ext uri="{FF2B5EF4-FFF2-40B4-BE49-F238E27FC236}">
                    <a16:creationId xmlns:a16="http://schemas.microsoft.com/office/drawing/2014/main" id="{1FDEEA59-E8B9-57DC-38B8-929D00811021}"/>
                  </a:ext>
                </a:extLst>
              </p:cNvPr>
              <p:cNvSpPr txBox="1"/>
              <p:nvPr/>
            </p:nvSpPr>
            <p:spPr>
              <a:xfrm>
                <a:off x="3041853" y="2032073"/>
                <a:ext cx="151689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𝑱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16" name="文本框 315">
                <a:extLst>
                  <a:ext uri="{FF2B5EF4-FFF2-40B4-BE49-F238E27FC236}">
                    <a16:creationId xmlns:a16="http://schemas.microsoft.com/office/drawing/2014/main" id="{1FDEEA59-E8B9-57DC-38B8-929D00811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853" y="2032073"/>
                <a:ext cx="1516893" cy="184666"/>
              </a:xfrm>
              <a:prstGeom prst="rect">
                <a:avLst/>
              </a:prstGeom>
              <a:blipFill>
                <a:blip r:embed="rId18"/>
                <a:stretch>
                  <a:fillRect t="-3226" b="-35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8" name="矩形: 圆角 317">
            <a:extLst>
              <a:ext uri="{FF2B5EF4-FFF2-40B4-BE49-F238E27FC236}">
                <a16:creationId xmlns:a16="http://schemas.microsoft.com/office/drawing/2014/main" id="{BBB47A45-0842-F674-25C7-10578D2D8CD8}"/>
              </a:ext>
            </a:extLst>
          </p:cNvPr>
          <p:cNvSpPr/>
          <p:nvPr/>
        </p:nvSpPr>
        <p:spPr>
          <a:xfrm rot="5400000">
            <a:off x="4158889" y="3430472"/>
            <a:ext cx="3262160" cy="702121"/>
          </a:xfrm>
          <a:prstGeom prst="roundRect">
            <a:avLst/>
          </a:prstGeom>
          <a:solidFill>
            <a:srgbClr val="D1D1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LayerNorm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319" name="直接箭头连接符 318">
            <a:extLst>
              <a:ext uri="{FF2B5EF4-FFF2-40B4-BE49-F238E27FC236}">
                <a16:creationId xmlns:a16="http://schemas.microsoft.com/office/drawing/2014/main" id="{493EEF93-3297-1AA7-CA54-6F0BF0BCD6C0}"/>
              </a:ext>
            </a:extLst>
          </p:cNvPr>
          <p:cNvCxnSpPr>
            <a:cxnSpLocks/>
            <a:stCxn id="309" idx="0"/>
            <a:endCxn id="318" idx="2"/>
          </p:cNvCxnSpPr>
          <p:nvPr/>
        </p:nvCxnSpPr>
        <p:spPr>
          <a:xfrm flipV="1">
            <a:off x="5197919" y="3781533"/>
            <a:ext cx="240990" cy="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7" name="直接箭头连接符 336">
            <a:extLst>
              <a:ext uri="{FF2B5EF4-FFF2-40B4-BE49-F238E27FC236}">
                <a16:creationId xmlns:a16="http://schemas.microsoft.com/office/drawing/2014/main" id="{019CACB2-B998-8936-80BB-3D9D7154F5FB}"/>
              </a:ext>
            </a:extLst>
          </p:cNvPr>
          <p:cNvCxnSpPr>
            <a:cxnSpLocks/>
            <a:stCxn id="121" idx="0"/>
          </p:cNvCxnSpPr>
          <p:nvPr/>
        </p:nvCxnSpPr>
        <p:spPr>
          <a:xfrm>
            <a:off x="-2558060" y="4855065"/>
            <a:ext cx="411361" cy="4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AE41BD75-6557-D86E-CC8D-9CB23B0B6EA6}"/>
              </a:ext>
            </a:extLst>
          </p:cNvPr>
          <p:cNvSpPr/>
          <p:nvPr/>
        </p:nvSpPr>
        <p:spPr>
          <a:xfrm>
            <a:off x="-417836" y="4797068"/>
            <a:ext cx="330013" cy="3163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4FF03DF-0C5F-9EEB-0937-68CB74CDFBE0}"/>
                  </a:ext>
                </a:extLst>
              </p:cNvPr>
              <p:cNvSpPr txBox="1"/>
              <p:nvPr/>
            </p:nvSpPr>
            <p:spPr>
              <a:xfrm>
                <a:off x="-381809" y="4803605"/>
                <a:ext cx="25795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4FF03DF-0C5F-9EEB-0937-68CB74CDF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1809" y="4803605"/>
                <a:ext cx="257958" cy="276999"/>
              </a:xfrm>
              <a:prstGeom prst="rect">
                <a:avLst/>
              </a:prstGeom>
              <a:blipFill>
                <a:blip r:embed="rId19"/>
                <a:stretch>
                  <a:fillRect l="-11628" r="-11628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1AE3B048-62FE-1121-059A-10F9629FC43C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-87823" y="4948711"/>
            <a:ext cx="787103" cy="65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5EE03812-4BBA-9568-C292-5BAAFF1E9322}"/>
              </a:ext>
            </a:extLst>
          </p:cNvPr>
          <p:cNvSpPr txBox="1"/>
          <p:nvPr/>
        </p:nvSpPr>
        <p:spPr>
          <a:xfrm>
            <a:off x="-83758" y="4699486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cs typeface="Times New Roman" panose="02020603050405020304" pitchFamily="18" charset="0"/>
              </a:rPr>
              <a:t>Reshape</a:t>
            </a:r>
            <a:endParaRPr lang="zh-CN" altLang="en-US" sz="12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00BACC9-127F-23E1-7805-35A550D6EE3F}"/>
                  </a:ext>
                </a:extLst>
              </p:cNvPr>
              <p:cNvSpPr txBox="1"/>
              <p:nvPr/>
            </p:nvSpPr>
            <p:spPr>
              <a:xfrm>
                <a:off x="1455081" y="4722669"/>
                <a:ext cx="151689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𝑱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00BACC9-127F-23E1-7805-35A550D6E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081" y="4722669"/>
                <a:ext cx="1516893" cy="184666"/>
              </a:xfrm>
              <a:prstGeom prst="rect">
                <a:avLst/>
              </a:prstGeom>
              <a:blipFill>
                <a:blip r:embed="rId20"/>
                <a:stretch>
                  <a:fillRect t="-6667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CC329A6-220E-69FE-6E75-717B421A880C}"/>
              </a:ext>
            </a:extLst>
          </p:cNvPr>
          <p:cNvCxnSpPr>
            <a:cxnSpLocks/>
            <a:stCxn id="318" idx="0"/>
            <a:endCxn id="42" idx="2"/>
          </p:cNvCxnSpPr>
          <p:nvPr/>
        </p:nvCxnSpPr>
        <p:spPr>
          <a:xfrm flipV="1">
            <a:off x="6141030" y="3778369"/>
            <a:ext cx="262678" cy="3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10495CB5-F191-42BA-CFD0-C3E0D1F57D75}"/>
                  </a:ext>
                </a:extLst>
              </p:cNvPr>
              <p:cNvSpPr txBox="1"/>
              <p:nvPr/>
            </p:nvSpPr>
            <p:spPr>
              <a:xfrm>
                <a:off x="-2116626" y="6105220"/>
                <a:ext cx="151689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𝑱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10495CB5-F191-42BA-CFD0-C3E0D1F57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16626" y="6105220"/>
                <a:ext cx="1516893" cy="184666"/>
              </a:xfrm>
              <a:prstGeom prst="rect">
                <a:avLst/>
              </a:prstGeom>
              <a:blipFill>
                <a:blip r:embed="rId21"/>
                <a:stretch>
                  <a:fillRect t="-6667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椭圆 41">
            <a:extLst>
              <a:ext uri="{FF2B5EF4-FFF2-40B4-BE49-F238E27FC236}">
                <a16:creationId xmlns:a16="http://schemas.microsoft.com/office/drawing/2014/main" id="{8E027C22-8AC0-5E49-804A-24A39D2B3358}"/>
              </a:ext>
            </a:extLst>
          </p:cNvPr>
          <p:cNvSpPr/>
          <p:nvPr/>
        </p:nvSpPr>
        <p:spPr>
          <a:xfrm>
            <a:off x="6403708" y="3661300"/>
            <a:ext cx="234137" cy="2341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A7F7CF34-4C4E-E22C-A5FC-FF9411D0847C}"/>
                  </a:ext>
                </a:extLst>
              </p:cNvPr>
              <p:cNvSpPr txBox="1"/>
              <p:nvPr/>
            </p:nvSpPr>
            <p:spPr>
              <a:xfrm>
                <a:off x="6405908" y="3629504"/>
                <a:ext cx="23413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A7F7CF34-4C4E-E22C-A5FC-FF9411D08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908" y="3629504"/>
                <a:ext cx="234136" cy="276999"/>
              </a:xfrm>
              <a:prstGeom prst="rect">
                <a:avLst/>
              </a:prstGeom>
              <a:blipFill>
                <a:blip r:embed="rId22"/>
                <a:stretch>
                  <a:fillRect l="-21053" r="-18421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E1CC8988-94CB-E2E9-83C7-B6E22BB38C16}"/>
              </a:ext>
            </a:extLst>
          </p:cNvPr>
          <p:cNvCxnSpPr>
            <a:cxnSpLocks/>
            <a:stCxn id="2" idx="2"/>
            <a:endCxn id="44" idx="2"/>
          </p:cNvCxnSpPr>
          <p:nvPr/>
        </p:nvCxnSpPr>
        <p:spPr>
          <a:xfrm rot="5400000" flipH="1" flipV="1">
            <a:off x="2531609" y="1122064"/>
            <a:ext cx="1206928" cy="6775805"/>
          </a:xfrm>
          <a:prstGeom prst="bentConnector3">
            <a:avLst>
              <a:gd name="adj1" fmla="val -9549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C9EF6941-AC39-8098-516E-7C28D7084D7C}"/>
              </a:ext>
            </a:extLst>
          </p:cNvPr>
          <p:cNvCxnSpPr>
            <a:cxnSpLocks/>
            <a:stCxn id="299" idx="0"/>
          </p:cNvCxnSpPr>
          <p:nvPr/>
        </p:nvCxnSpPr>
        <p:spPr>
          <a:xfrm>
            <a:off x="4128390" y="5298063"/>
            <a:ext cx="3674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A933DFC2-E9A2-3E28-FBB8-4D81B65007E0}"/>
                  </a:ext>
                </a:extLst>
              </p:cNvPr>
              <p:cNvSpPr txBox="1"/>
              <p:nvPr/>
            </p:nvSpPr>
            <p:spPr>
              <a:xfrm>
                <a:off x="2712512" y="5377861"/>
                <a:ext cx="58789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A933DFC2-E9A2-3E28-FBB8-4D81B6500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512" y="5377861"/>
                <a:ext cx="587893" cy="184666"/>
              </a:xfrm>
              <a:prstGeom prst="rect">
                <a:avLst/>
              </a:prstGeom>
              <a:blipFill>
                <a:blip r:embed="rId23"/>
                <a:stretch>
                  <a:fillRect l="-5208" t="-3333" r="-5208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D9A89AD3-BCFE-1C03-D800-B640832DDF6B}"/>
              </a:ext>
            </a:extLst>
          </p:cNvPr>
          <p:cNvSpPr/>
          <p:nvPr/>
        </p:nvSpPr>
        <p:spPr>
          <a:xfrm rot="5400000">
            <a:off x="12326442" y="3588630"/>
            <a:ext cx="3374357" cy="40641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Embedding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B07D942A-B808-65D4-6E11-603F31177617}"/>
              </a:ext>
            </a:extLst>
          </p:cNvPr>
          <p:cNvSpPr/>
          <p:nvPr/>
        </p:nvSpPr>
        <p:spPr>
          <a:xfrm rot="5400000">
            <a:off x="13087894" y="3588629"/>
            <a:ext cx="3374356" cy="40641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Positional Encoding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F35780B7-4591-0795-D8E1-553297B79061}"/>
              </a:ext>
            </a:extLst>
          </p:cNvPr>
          <p:cNvCxnSpPr>
            <a:cxnSpLocks/>
            <a:stCxn id="115" idx="0"/>
            <a:endCxn id="116" idx="2"/>
          </p:cNvCxnSpPr>
          <p:nvPr/>
        </p:nvCxnSpPr>
        <p:spPr>
          <a:xfrm flipV="1">
            <a:off x="14216828" y="3791837"/>
            <a:ext cx="35503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BDF81E01-AC39-BAAE-A511-EF38F9BC2CE6}"/>
              </a:ext>
            </a:extLst>
          </p:cNvPr>
          <p:cNvSpPr/>
          <p:nvPr/>
        </p:nvSpPr>
        <p:spPr>
          <a:xfrm rot="5400000">
            <a:off x="-4196090" y="4651857"/>
            <a:ext cx="2869646" cy="40641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Backbone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3" name="立方体 122">
            <a:extLst>
              <a:ext uri="{FF2B5EF4-FFF2-40B4-BE49-F238E27FC236}">
                <a16:creationId xmlns:a16="http://schemas.microsoft.com/office/drawing/2014/main" id="{0E0ED4EB-B7F1-5F9E-2F94-F0C0DECFF0B7}"/>
              </a:ext>
            </a:extLst>
          </p:cNvPr>
          <p:cNvSpPr/>
          <p:nvPr/>
        </p:nvSpPr>
        <p:spPr>
          <a:xfrm>
            <a:off x="16851438" y="3149620"/>
            <a:ext cx="2362432" cy="1227263"/>
          </a:xfrm>
          <a:prstGeom prst="cube">
            <a:avLst>
              <a:gd name="adj" fmla="val 75421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/>
          </a:p>
        </p:txBody>
      </p: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4778137A-ADAB-5CE2-A4F5-021D9DC77602}"/>
              </a:ext>
            </a:extLst>
          </p:cNvPr>
          <p:cNvCxnSpPr>
            <a:cxnSpLocks/>
            <a:stCxn id="44" idx="3"/>
            <a:endCxn id="128" idx="1"/>
          </p:cNvCxnSpPr>
          <p:nvPr/>
        </p:nvCxnSpPr>
        <p:spPr>
          <a:xfrm>
            <a:off x="6640044" y="3768004"/>
            <a:ext cx="1338665" cy="19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文本框 124">
            <a:extLst>
              <a:ext uri="{FF2B5EF4-FFF2-40B4-BE49-F238E27FC236}">
                <a16:creationId xmlns:a16="http://schemas.microsoft.com/office/drawing/2014/main" id="{B0390EE4-3962-F6AB-74B1-6BCC7E1171B5}"/>
              </a:ext>
            </a:extLst>
          </p:cNvPr>
          <p:cNvSpPr txBox="1"/>
          <p:nvPr/>
        </p:nvSpPr>
        <p:spPr>
          <a:xfrm>
            <a:off x="7099487" y="3522800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cs typeface="Times New Roman" panose="02020603050405020304" pitchFamily="18" charset="0"/>
              </a:rPr>
              <a:t>Reshape</a:t>
            </a:r>
            <a:endParaRPr lang="zh-CN" altLang="en-US" sz="1200" dirty="0">
              <a:cs typeface="Times New Roman" panose="02020603050405020304" pitchFamily="18" charset="0"/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4DCB4DA4-BC12-DEC1-9CCF-324E8E112099}"/>
              </a:ext>
            </a:extLst>
          </p:cNvPr>
          <p:cNvSpPr/>
          <p:nvPr/>
        </p:nvSpPr>
        <p:spPr>
          <a:xfrm>
            <a:off x="7978709" y="3628905"/>
            <a:ext cx="330013" cy="3163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E55070AD-F806-AAC1-16C2-BA22D7B311AF}"/>
                  </a:ext>
                </a:extLst>
              </p:cNvPr>
              <p:cNvSpPr txBox="1"/>
              <p:nvPr/>
            </p:nvSpPr>
            <p:spPr>
              <a:xfrm>
                <a:off x="8014736" y="3635442"/>
                <a:ext cx="25795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‘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E55070AD-F806-AAC1-16C2-BA22D7B31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736" y="3635442"/>
                <a:ext cx="257958" cy="276999"/>
              </a:xfrm>
              <a:prstGeom prst="rect">
                <a:avLst/>
              </a:prstGeom>
              <a:blipFill>
                <a:blip r:embed="rId24"/>
                <a:stretch>
                  <a:fillRect l="-23810" r="-23810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2F09C547-5CC2-325D-FEAF-6006BA0811DB}"/>
              </a:ext>
            </a:extLst>
          </p:cNvPr>
          <p:cNvSpPr/>
          <p:nvPr/>
        </p:nvSpPr>
        <p:spPr>
          <a:xfrm>
            <a:off x="-2356738" y="76200"/>
            <a:ext cx="9084403" cy="6514065"/>
          </a:xfrm>
          <a:prstGeom prst="roundRect">
            <a:avLst>
              <a:gd name="adj" fmla="val 8772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917999D3-DC8C-E1F0-F9C8-2838BFA3EEF6}"/>
                  </a:ext>
                </a:extLst>
              </p:cNvPr>
              <p:cNvSpPr txBox="1"/>
              <p:nvPr/>
            </p:nvSpPr>
            <p:spPr>
              <a:xfrm>
                <a:off x="7385268" y="3315201"/>
                <a:ext cx="151689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𝑱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917999D3-DC8C-E1F0-F9C8-2838BFA3E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268" y="3315201"/>
                <a:ext cx="1516893" cy="184666"/>
              </a:xfrm>
              <a:prstGeom prst="rect">
                <a:avLst/>
              </a:prstGeom>
              <a:blipFill>
                <a:blip r:embed="rId25"/>
                <a:stretch>
                  <a:fillRect t="-6667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64C3E966-4180-F156-BDA5-8AC700F2981F}"/>
              </a:ext>
            </a:extLst>
          </p:cNvPr>
          <p:cNvSpPr/>
          <p:nvPr/>
        </p:nvSpPr>
        <p:spPr>
          <a:xfrm>
            <a:off x="7031320" y="537865"/>
            <a:ext cx="4687012" cy="5567355"/>
          </a:xfrm>
          <a:prstGeom prst="roundRect">
            <a:avLst>
              <a:gd name="adj" fmla="val 8772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D0FC3415-42F6-2473-FDB4-C10CBA6171B4}"/>
              </a:ext>
            </a:extLst>
          </p:cNvPr>
          <p:cNvSpPr txBox="1"/>
          <p:nvPr/>
        </p:nvSpPr>
        <p:spPr>
          <a:xfrm>
            <a:off x="-2191003" y="-285757"/>
            <a:ext cx="52310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Learnable Graph Convolution Module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D88887AD-66B2-85D2-14D8-BF7654FA1950}"/>
              </a:ext>
            </a:extLst>
          </p:cNvPr>
          <p:cNvSpPr txBox="1"/>
          <p:nvPr/>
        </p:nvSpPr>
        <p:spPr>
          <a:xfrm>
            <a:off x="7099487" y="147727"/>
            <a:ext cx="4687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Joint-wise Adaptive Temporal Smoothing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立方体 159">
            <a:extLst>
              <a:ext uri="{FF2B5EF4-FFF2-40B4-BE49-F238E27FC236}">
                <a16:creationId xmlns:a16="http://schemas.microsoft.com/office/drawing/2014/main" id="{CDF7204D-8C1B-40B1-03D9-C87167A994E1}"/>
              </a:ext>
            </a:extLst>
          </p:cNvPr>
          <p:cNvSpPr/>
          <p:nvPr/>
        </p:nvSpPr>
        <p:spPr>
          <a:xfrm>
            <a:off x="19186917" y="3149621"/>
            <a:ext cx="717224" cy="431617"/>
          </a:xfrm>
          <a:prstGeom prst="cube">
            <a:avLst>
              <a:gd name="adj" fmla="val 3056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立方体 158">
            <a:extLst>
              <a:ext uri="{FF2B5EF4-FFF2-40B4-BE49-F238E27FC236}">
                <a16:creationId xmlns:a16="http://schemas.microsoft.com/office/drawing/2014/main" id="{D4565908-E691-57B6-6403-EC5851EDC8AC}"/>
              </a:ext>
            </a:extLst>
          </p:cNvPr>
          <p:cNvSpPr/>
          <p:nvPr/>
        </p:nvSpPr>
        <p:spPr>
          <a:xfrm>
            <a:off x="18983350" y="3339631"/>
            <a:ext cx="717224" cy="431617"/>
          </a:xfrm>
          <a:prstGeom prst="cube">
            <a:avLst>
              <a:gd name="adj" fmla="val 3056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立方体 157">
            <a:extLst>
              <a:ext uri="{FF2B5EF4-FFF2-40B4-BE49-F238E27FC236}">
                <a16:creationId xmlns:a16="http://schemas.microsoft.com/office/drawing/2014/main" id="{0DB52099-B168-D376-81C5-EAD61384274D}"/>
              </a:ext>
            </a:extLst>
          </p:cNvPr>
          <p:cNvSpPr/>
          <p:nvPr/>
        </p:nvSpPr>
        <p:spPr>
          <a:xfrm>
            <a:off x="18778661" y="3535749"/>
            <a:ext cx="717224" cy="431617"/>
          </a:xfrm>
          <a:prstGeom prst="cube">
            <a:avLst>
              <a:gd name="adj" fmla="val 3056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立方体 155">
            <a:extLst>
              <a:ext uri="{FF2B5EF4-FFF2-40B4-BE49-F238E27FC236}">
                <a16:creationId xmlns:a16="http://schemas.microsoft.com/office/drawing/2014/main" id="{B5618BB7-E511-7230-21CC-CDC213F3B63D}"/>
              </a:ext>
            </a:extLst>
          </p:cNvPr>
          <p:cNvSpPr/>
          <p:nvPr/>
        </p:nvSpPr>
        <p:spPr>
          <a:xfrm>
            <a:off x="18573972" y="3751558"/>
            <a:ext cx="717224" cy="431617"/>
          </a:xfrm>
          <a:prstGeom prst="cube">
            <a:avLst>
              <a:gd name="adj" fmla="val 3056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立方体 146">
            <a:extLst>
              <a:ext uri="{FF2B5EF4-FFF2-40B4-BE49-F238E27FC236}">
                <a16:creationId xmlns:a16="http://schemas.microsoft.com/office/drawing/2014/main" id="{C641CC0B-5C7D-66CF-404D-82C2D7848F8E}"/>
              </a:ext>
            </a:extLst>
          </p:cNvPr>
          <p:cNvSpPr/>
          <p:nvPr/>
        </p:nvSpPr>
        <p:spPr>
          <a:xfrm>
            <a:off x="18369283" y="3945267"/>
            <a:ext cx="717224" cy="431617"/>
          </a:xfrm>
          <a:prstGeom prst="cube">
            <a:avLst>
              <a:gd name="adj" fmla="val 3056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立方体 160">
            <a:extLst>
              <a:ext uri="{FF2B5EF4-FFF2-40B4-BE49-F238E27FC236}">
                <a16:creationId xmlns:a16="http://schemas.microsoft.com/office/drawing/2014/main" id="{4EA2FC86-95A9-7A3D-1B9D-D9E4BAA3A571}"/>
              </a:ext>
            </a:extLst>
          </p:cNvPr>
          <p:cNvSpPr/>
          <p:nvPr/>
        </p:nvSpPr>
        <p:spPr>
          <a:xfrm>
            <a:off x="19845242" y="3149621"/>
            <a:ext cx="468277" cy="431617"/>
          </a:xfrm>
          <a:prstGeom prst="cube">
            <a:avLst>
              <a:gd name="adj" fmla="val 30566"/>
            </a:avLst>
          </a:prstGeom>
          <a:solidFill>
            <a:srgbClr val="1560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立方体 161">
            <a:extLst>
              <a:ext uri="{FF2B5EF4-FFF2-40B4-BE49-F238E27FC236}">
                <a16:creationId xmlns:a16="http://schemas.microsoft.com/office/drawing/2014/main" id="{98FC4AC2-3B32-C097-0B44-BF1F6AEA5186}"/>
              </a:ext>
            </a:extLst>
          </p:cNvPr>
          <p:cNvSpPr/>
          <p:nvPr/>
        </p:nvSpPr>
        <p:spPr>
          <a:xfrm>
            <a:off x="19641675" y="3339631"/>
            <a:ext cx="468277" cy="431617"/>
          </a:xfrm>
          <a:prstGeom prst="cube">
            <a:avLst>
              <a:gd name="adj" fmla="val 30566"/>
            </a:avLst>
          </a:prstGeom>
          <a:solidFill>
            <a:srgbClr val="1560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立方体 162">
            <a:extLst>
              <a:ext uri="{FF2B5EF4-FFF2-40B4-BE49-F238E27FC236}">
                <a16:creationId xmlns:a16="http://schemas.microsoft.com/office/drawing/2014/main" id="{119F8459-7EED-9B6C-1189-5334784F3663}"/>
              </a:ext>
            </a:extLst>
          </p:cNvPr>
          <p:cNvSpPr/>
          <p:nvPr/>
        </p:nvSpPr>
        <p:spPr>
          <a:xfrm>
            <a:off x="19436986" y="3535749"/>
            <a:ext cx="468277" cy="431617"/>
          </a:xfrm>
          <a:prstGeom prst="cube">
            <a:avLst>
              <a:gd name="adj" fmla="val 30566"/>
            </a:avLst>
          </a:prstGeom>
          <a:solidFill>
            <a:srgbClr val="1560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立方体 163">
            <a:extLst>
              <a:ext uri="{FF2B5EF4-FFF2-40B4-BE49-F238E27FC236}">
                <a16:creationId xmlns:a16="http://schemas.microsoft.com/office/drawing/2014/main" id="{33135C16-D0B4-1707-7946-B8851DB0FA56}"/>
              </a:ext>
            </a:extLst>
          </p:cNvPr>
          <p:cNvSpPr/>
          <p:nvPr/>
        </p:nvSpPr>
        <p:spPr>
          <a:xfrm>
            <a:off x="19232297" y="3751558"/>
            <a:ext cx="468277" cy="431617"/>
          </a:xfrm>
          <a:prstGeom prst="cube">
            <a:avLst>
              <a:gd name="adj" fmla="val 30566"/>
            </a:avLst>
          </a:prstGeom>
          <a:solidFill>
            <a:srgbClr val="1560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立方体 165">
            <a:extLst>
              <a:ext uri="{FF2B5EF4-FFF2-40B4-BE49-F238E27FC236}">
                <a16:creationId xmlns:a16="http://schemas.microsoft.com/office/drawing/2014/main" id="{8CC8737E-AC56-3CEE-83D4-C2CF050308D3}"/>
              </a:ext>
            </a:extLst>
          </p:cNvPr>
          <p:cNvSpPr/>
          <p:nvPr/>
        </p:nvSpPr>
        <p:spPr>
          <a:xfrm>
            <a:off x="19027608" y="3945267"/>
            <a:ext cx="468277" cy="431617"/>
          </a:xfrm>
          <a:prstGeom prst="cube">
            <a:avLst>
              <a:gd name="adj" fmla="val 30566"/>
            </a:avLst>
          </a:prstGeom>
          <a:solidFill>
            <a:srgbClr val="1560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立方体 166">
            <a:extLst>
              <a:ext uri="{FF2B5EF4-FFF2-40B4-BE49-F238E27FC236}">
                <a16:creationId xmlns:a16="http://schemas.microsoft.com/office/drawing/2014/main" id="{42DE452A-03C8-21F0-7CCF-FABD9C61CDDC}"/>
              </a:ext>
            </a:extLst>
          </p:cNvPr>
          <p:cNvSpPr/>
          <p:nvPr/>
        </p:nvSpPr>
        <p:spPr>
          <a:xfrm>
            <a:off x="20254000" y="3149621"/>
            <a:ext cx="467775" cy="431617"/>
          </a:xfrm>
          <a:prstGeom prst="cube">
            <a:avLst>
              <a:gd name="adj" fmla="val 3056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立方体 167">
            <a:extLst>
              <a:ext uri="{FF2B5EF4-FFF2-40B4-BE49-F238E27FC236}">
                <a16:creationId xmlns:a16="http://schemas.microsoft.com/office/drawing/2014/main" id="{D7E6074D-F39B-D20A-272A-BA56DBAFB671}"/>
              </a:ext>
            </a:extLst>
          </p:cNvPr>
          <p:cNvSpPr/>
          <p:nvPr/>
        </p:nvSpPr>
        <p:spPr>
          <a:xfrm>
            <a:off x="20050433" y="3339631"/>
            <a:ext cx="467775" cy="431617"/>
          </a:xfrm>
          <a:prstGeom prst="cube">
            <a:avLst>
              <a:gd name="adj" fmla="val 3056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立方体 168">
            <a:extLst>
              <a:ext uri="{FF2B5EF4-FFF2-40B4-BE49-F238E27FC236}">
                <a16:creationId xmlns:a16="http://schemas.microsoft.com/office/drawing/2014/main" id="{EC49B84E-4E28-4A37-81F6-017E430B1179}"/>
              </a:ext>
            </a:extLst>
          </p:cNvPr>
          <p:cNvSpPr/>
          <p:nvPr/>
        </p:nvSpPr>
        <p:spPr>
          <a:xfrm>
            <a:off x="19845744" y="3535749"/>
            <a:ext cx="467775" cy="431617"/>
          </a:xfrm>
          <a:prstGeom prst="cube">
            <a:avLst>
              <a:gd name="adj" fmla="val 3056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立方体 169">
            <a:extLst>
              <a:ext uri="{FF2B5EF4-FFF2-40B4-BE49-F238E27FC236}">
                <a16:creationId xmlns:a16="http://schemas.microsoft.com/office/drawing/2014/main" id="{1E157CE3-15AD-7B8B-72E9-20E267261D56}"/>
              </a:ext>
            </a:extLst>
          </p:cNvPr>
          <p:cNvSpPr/>
          <p:nvPr/>
        </p:nvSpPr>
        <p:spPr>
          <a:xfrm>
            <a:off x="19641055" y="3751558"/>
            <a:ext cx="467775" cy="431617"/>
          </a:xfrm>
          <a:prstGeom prst="cube">
            <a:avLst>
              <a:gd name="adj" fmla="val 3056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立方体 170">
            <a:extLst>
              <a:ext uri="{FF2B5EF4-FFF2-40B4-BE49-F238E27FC236}">
                <a16:creationId xmlns:a16="http://schemas.microsoft.com/office/drawing/2014/main" id="{9CB1E2C3-B142-45F7-1E46-4E08ECC236B9}"/>
              </a:ext>
            </a:extLst>
          </p:cNvPr>
          <p:cNvSpPr/>
          <p:nvPr/>
        </p:nvSpPr>
        <p:spPr>
          <a:xfrm>
            <a:off x="19436366" y="3945267"/>
            <a:ext cx="467775" cy="431617"/>
          </a:xfrm>
          <a:prstGeom prst="cube">
            <a:avLst>
              <a:gd name="adj" fmla="val 3056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C23380E1-F4A5-53BF-A6B0-48E567F3A372}"/>
              </a:ext>
            </a:extLst>
          </p:cNvPr>
          <p:cNvSpPr txBox="1"/>
          <p:nvPr/>
        </p:nvSpPr>
        <p:spPr>
          <a:xfrm>
            <a:off x="16347115" y="4375477"/>
            <a:ext cx="238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cs typeface="Times New Roman" panose="02020603050405020304" pitchFamily="18" charset="0"/>
              </a:rPr>
              <a:t>Transformer Encoder</a:t>
            </a:r>
            <a:endParaRPr lang="zh-CN" altLang="en-US" b="1" dirty="0">
              <a:cs typeface="Times New Roman" panose="02020603050405020304" pitchFamily="18" charset="0"/>
            </a:endParaRPr>
          </a:p>
        </p:txBody>
      </p:sp>
      <p:grpSp>
        <p:nvGrpSpPr>
          <p:cNvPr id="384" name="组合 383">
            <a:extLst>
              <a:ext uri="{FF2B5EF4-FFF2-40B4-BE49-F238E27FC236}">
                <a16:creationId xmlns:a16="http://schemas.microsoft.com/office/drawing/2014/main" id="{533CC705-EF1C-1890-AB8B-E32452E97274}"/>
              </a:ext>
            </a:extLst>
          </p:cNvPr>
          <p:cNvGrpSpPr/>
          <p:nvPr/>
        </p:nvGrpSpPr>
        <p:grpSpPr>
          <a:xfrm>
            <a:off x="20701649" y="2966449"/>
            <a:ext cx="986329" cy="1810704"/>
            <a:chOff x="1647063" y="880491"/>
            <a:chExt cx="986329" cy="1810704"/>
          </a:xfrm>
        </p:grpSpPr>
        <p:sp>
          <p:nvSpPr>
            <p:cNvPr id="385" name="椭圆 384">
              <a:extLst>
                <a:ext uri="{FF2B5EF4-FFF2-40B4-BE49-F238E27FC236}">
                  <a16:creationId xmlns:a16="http://schemas.microsoft.com/office/drawing/2014/main" id="{D7DC6417-9DB6-E0F4-5C2D-FBA052F929A5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6" name="椭圆 385">
              <a:extLst>
                <a:ext uri="{FF2B5EF4-FFF2-40B4-BE49-F238E27FC236}">
                  <a16:creationId xmlns:a16="http://schemas.microsoft.com/office/drawing/2014/main" id="{F76AC194-C284-8956-3017-52BAC65E822E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7" name="椭圆 386">
              <a:extLst>
                <a:ext uri="{FF2B5EF4-FFF2-40B4-BE49-F238E27FC236}">
                  <a16:creationId xmlns:a16="http://schemas.microsoft.com/office/drawing/2014/main" id="{34FB486C-BBCA-127B-DFF4-DD19792066E6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8" name="椭圆 387">
              <a:extLst>
                <a:ext uri="{FF2B5EF4-FFF2-40B4-BE49-F238E27FC236}">
                  <a16:creationId xmlns:a16="http://schemas.microsoft.com/office/drawing/2014/main" id="{FE00AFD9-3C8A-5B7D-DF59-CC66DFE8A869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9" name="椭圆 388">
              <a:extLst>
                <a:ext uri="{FF2B5EF4-FFF2-40B4-BE49-F238E27FC236}">
                  <a16:creationId xmlns:a16="http://schemas.microsoft.com/office/drawing/2014/main" id="{E7936C8B-39D9-9BF0-7351-6DF0F24985EE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0" name="椭圆 389">
              <a:extLst>
                <a:ext uri="{FF2B5EF4-FFF2-40B4-BE49-F238E27FC236}">
                  <a16:creationId xmlns:a16="http://schemas.microsoft.com/office/drawing/2014/main" id="{3E846424-2452-2BD1-3F93-24474B8735E7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1" name="椭圆 390">
              <a:extLst>
                <a:ext uri="{FF2B5EF4-FFF2-40B4-BE49-F238E27FC236}">
                  <a16:creationId xmlns:a16="http://schemas.microsoft.com/office/drawing/2014/main" id="{7BA50625-C1E0-395D-E7DB-51A2C421E302}"/>
                </a:ext>
              </a:extLst>
            </p:cNvPr>
            <p:cNvSpPr/>
            <p:nvPr/>
          </p:nvSpPr>
          <p:spPr>
            <a:xfrm>
              <a:off x="2556943" y="1602857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2" name="椭圆 391">
              <a:extLst>
                <a:ext uri="{FF2B5EF4-FFF2-40B4-BE49-F238E27FC236}">
                  <a16:creationId xmlns:a16="http://schemas.microsoft.com/office/drawing/2014/main" id="{77425003-06FA-2BE7-97CB-DADB052B6C9D}"/>
                </a:ext>
              </a:extLst>
            </p:cNvPr>
            <p:cNvSpPr/>
            <p:nvPr/>
          </p:nvSpPr>
          <p:spPr>
            <a:xfrm>
              <a:off x="1983007" y="1750609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3" name="椭圆 392">
              <a:extLst>
                <a:ext uri="{FF2B5EF4-FFF2-40B4-BE49-F238E27FC236}">
                  <a16:creationId xmlns:a16="http://schemas.microsoft.com/office/drawing/2014/main" id="{C5DAECB3-82BB-4D29-C65E-3AE91FAF3689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4" name="椭圆 393">
              <a:extLst>
                <a:ext uri="{FF2B5EF4-FFF2-40B4-BE49-F238E27FC236}">
                  <a16:creationId xmlns:a16="http://schemas.microsoft.com/office/drawing/2014/main" id="{7BCEC1E3-02F8-9478-07B1-047C63D03C8D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5" name="椭圆 394">
              <a:extLst>
                <a:ext uri="{FF2B5EF4-FFF2-40B4-BE49-F238E27FC236}">
                  <a16:creationId xmlns:a16="http://schemas.microsoft.com/office/drawing/2014/main" id="{A186618A-1E0D-681A-B7CA-A8D0EEEB0246}"/>
                </a:ext>
              </a:extLst>
            </p:cNvPr>
            <p:cNvSpPr/>
            <p:nvPr/>
          </p:nvSpPr>
          <p:spPr>
            <a:xfrm>
              <a:off x="2294989" y="1740283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6" name="椭圆 395">
              <a:extLst>
                <a:ext uri="{FF2B5EF4-FFF2-40B4-BE49-F238E27FC236}">
                  <a16:creationId xmlns:a16="http://schemas.microsoft.com/office/drawing/2014/main" id="{5441449E-8AC0-1F65-5B32-8C6E5751FEF1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7" name="椭圆 396">
              <a:extLst>
                <a:ext uri="{FF2B5EF4-FFF2-40B4-BE49-F238E27FC236}">
                  <a16:creationId xmlns:a16="http://schemas.microsoft.com/office/drawing/2014/main" id="{2161A6CE-522E-E15F-CD0C-FC96BC2C2633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8" name="椭圆 397">
              <a:extLst>
                <a:ext uri="{FF2B5EF4-FFF2-40B4-BE49-F238E27FC236}">
                  <a16:creationId xmlns:a16="http://schemas.microsoft.com/office/drawing/2014/main" id="{25932CE7-3D7D-0C3D-51E3-9217B1ED85D7}"/>
                </a:ext>
              </a:extLst>
            </p:cNvPr>
            <p:cNvSpPr/>
            <p:nvPr/>
          </p:nvSpPr>
          <p:spPr>
            <a:xfrm>
              <a:off x="1813160" y="2614746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9" name="椭圆 398">
              <a:extLst>
                <a:ext uri="{FF2B5EF4-FFF2-40B4-BE49-F238E27FC236}">
                  <a16:creationId xmlns:a16="http://schemas.microsoft.com/office/drawing/2014/main" id="{A42D66C7-08C4-001E-AF15-A09BC7AF4002}"/>
                </a:ext>
              </a:extLst>
            </p:cNvPr>
            <p:cNvSpPr/>
            <p:nvPr/>
          </p:nvSpPr>
          <p:spPr>
            <a:xfrm>
              <a:off x="2513347" y="2608389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00" name="直接连接符 399">
              <a:extLst>
                <a:ext uri="{FF2B5EF4-FFF2-40B4-BE49-F238E27FC236}">
                  <a16:creationId xmlns:a16="http://schemas.microsoft.com/office/drawing/2014/main" id="{03A2CEAD-C15D-3CEE-72D7-E61570D92ECD}"/>
                </a:ext>
              </a:extLst>
            </p:cNvPr>
            <p:cNvCxnSpPr>
              <a:cxnSpLocks/>
              <a:stCxn id="385" idx="3"/>
              <a:endCxn id="386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直接连接符 400">
              <a:extLst>
                <a:ext uri="{FF2B5EF4-FFF2-40B4-BE49-F238E27FC236}">
                  <a16:creationId xmlns:a16="http://schemas.microsoft.com/office/drawing/2014/main" id="{68C0D421-EC04-BE95-956C-DC5724D66F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直接连接符 401">
              <a:extLst>
                <a:ext uri="{FF2B5EF4-FFF2-40B4-BE49-F238E27FC236}">
                  <a16:creationId xmlns:a16="http://schemas.microsoft.com/office/drawing/2014/main" id="{936BB04F-3C08-0CA3-F817-AA07F1DA69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直接连接符 402">
              <a:extLst>
                <a:ext uri="{FF2B5EF4-FFF2-40B4-BE49-F238E27FC236}">
                  <a16:creationId xmlns:a16="http://schemas.microsoft.com/office/drawing/2014/main" id="{4FEC583C-121F-B81E-0820-7CD7A38AD269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接连接符 403">
              <a:extLst>
                <a:ext uri="{FF2B5EF4-FFF2-40B4-BE49-F238E27FC236}">
                  <a16:creationId xmlns:a16="http://schemas.microsoft.com/office/drawing/2014/main" id="{6B1AAE9A-4AF1-114D-C08E-E09CC3C888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直接连接符 404">
              <a:extLst>
                <a:ext uri="{FF2B5EF4-FFF2-40B4-BE49-F238E27FC236}">
                  <a16:creationId xmlns:a16="http://schemas.microsoft.com/office/drawing/2014/main" id="{91C6846E-F487-27F8-D718-C51985A67287}"/>
                </a:ext>
              </a:extLst>
            </p:cNvPr>
            <p:cNvCxnSpPr>
              <a:cxnSpLocks/>
            </p:cNvCxnSpPr>
            <p:nvPr/>
          </p:nvCxnSpPr>
          <p:spPr>
            <a:xfrm>
              <a:off x="2512843" y="1387904"/>
              <a:ext cx="105524" cy="27447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直接连接符 405">
              <a:extLst>
                <a:ext uri="{FF2B5EF4-FFF2-40B4-BE49-F238E27FC236}">
                  <a16:creationId xmlns:a16="http://schemas.microsoft.com/office/drawing/2014/main" id="{D97861F1-AA7B-7026-2330-1ACA2EFA15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068" y="915916"/>
              <a:ext cx="122512" cy="8672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接连接符 406">
              <a:extLst>
                <a:ext uri="{FF2B5EF4-FFF2-40B4-BE49-F238E27FC236}">
                  <a16:creationId xmlns:a16="http://schemas.microsoft.com/office/drawing/2014/main" id="{26663AE0-E151-8603-9417-9ABBFA463E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792716"/>
              <a:ext cx="56062" cy="3997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直接连接符 407">
              <a:extLst>
                <a:ext uri="{FF2B5EF4-FFF2-40B4-BE49-F238E27FC236}">
                  <a16:creationId xmlns:a16="http://schemas.microsoft.com/office/drawing/2014/main" id="{36111998-1F02-7C4C-5E33-E4BE4422ED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直接连接符 408">
              <a:extLst>
                <a:ext uri="{FF2B5EF4-FFF2-40B4-BE49-F238E27FC236}">
                  <a16:creationId xmlns:a16="http://schemas.microsoft.com/office/drawing/2014/main" id="{D0F9A41F-098D-4CC9-CB56-8EF9A6051700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77397" cy="8697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>
              <a:extLst>
                <a:ext uri="{FF2B5EF4-FFF2-40B4-BE49-F238E27FC236}">
                  <a16:creationId xmlns:a16="http://schemas.microsoft.com/office/drawing/2014/main" id="{E623093B-A583-5551-A288-D3E95F3B89FB}"/>
                </a:ext>
              </a:extLst>
            </p:cNvPr>
            <p:cNvCxnSpPr>
              <a:cxnSpLocks/>
            </p:cNvCxnSpPr>
            <p:nvPr/>
          </p:nvCxnSpPr>
          <p:spPr>
            <a:xfrm>
              <a:off x="2331868" y="1778429"/>
              <a:ext cx="102465" cy="3778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直接连接符 410">
              <a:extLst>
                <a:ext uri="{FF2B5EF4-FFF2-40B4-BE49-F238E27FC236}">
                  <a16:creationId xmlns:a16="http://schemas.microsoft.com/office/drawing/2014/main" id="{8B2F1844-806F-4EBD-D4C7-DB366FBE28C5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接连接符 411">
              <a:extLst>
                <a:ext uri="{FF2B5EF4-FFF2-40B4-BE49-F238E27FC236}">
                  <a16:creationId xmlns:a16="http://schemas.microsoft.com/office/drawing/2014/main" id="{8197755E-8378-2A3F-AE2F-CA200CC7403B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41802" cy="859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直接连接符 412">
              <a:extLst>
                <a:ext uri="{FF2B5EF4-FFF2-40B4-BE49-F238E27FC236}">
                  <a16:creationId xmlns:a16="http://schemas.microsoft.com/office/drawing/2014/main" id="{34AF7885-1EB9-DDA7-D16B-C0D6C6FE58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880" y="2547214"/>
              <a:ext cx="67449" cy="1171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8" name="直接箭头连接符 557">
            <a:extLst>
              <a:ext uri="{FF2B5EF4-FFF2-40B4-BE49-F238E27FC236}">
                <a16:creationId xmlns:a16="http://schemas.microsoft.com/office/drawing/2014/main" id="{F6252C53-0757-E3D3-8E61-72898A6E20C1}"/>
              </a:ext>
            </a:extLst>
          </p:cNvPr>
          <p:cNvCxnSpPr>
            <a:cxnSpLocks/>
            <a:endCxn id="398" idx="2"/>
          </p:cNvCxnSpPr>
          <p:nvPr/>
        </p:nvCxnSpPr>
        <p:spPr>
          <a:xfrm>
            <a:off x="19877852" y="4303175"/>
            <a:ext cx="989894" cy="435754"/>
          </a:xfrm>
          <a:prstGeom prst="straightConnector1">
            <a:avLst/>
          </a:prstGeom>
          <a:ln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1" name="直接箭头连接符 590">
            <a:extLst>
              <a:ext uri="{FF2B5EF4-FFF2-40B4-BE49-F238E27FC236}">
                <a16:creationId xmlns:a16="http://schemas.microsoft.com/office/drawing/2014/main" id="{A155F063-B4C3-F83C-5DAA-365F4EDD4B07}"/>
              </a:ext>
            </a:extLst>
          </p:cNvPr>
          <p:cNvCxnSpPr>
            <a:cxnSpLocks/>
          </p:cNvCxnSpPr>
          <p:nvPr/>
        </p:nvCxnSpPr>
        <p:spPr>
          <a:xfrm>
            <a:off x="14993328" y="3799799"/>
            <a:ext cx="18035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93" name="文本框 592">
                <a:extLst>
                  <a:ext uri="{FF2B5EF4-FFF2-40B4-BE49-F238E27FC236}">
                    <a16:creationId xmlns:a16="http://schemas.microsoft.com/office/drawing/2014/main" id="{70B5663B-A27E-F3A0-15B7-C87911B57356}"/>
                  </a:ext>
                </a:extLst>
              </p:cNvPr>
              <p:cNvSpPr txBox="1"/>
              <p:nvPr/>
            </p:nvSpPr>
            <p:spPr>
              <a:xfrm>
                <a:off x="15038036" y="3581238"/>
                <a:ext cx="1629191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𝒆𝒎𝒃𝒆𝒅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𝒅𝒊𝒎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593" name="文本框 592">
                <a:extLst>
                  <a:ext uri="{FF2B5EF4-FFF2-40B4-BE49-F238E27FC236}">
                    <a16:creationId xmlns:a16="http://schemas.microsoft.com/office/drawing/2014/main" id="{70B5663B-A27E-F3A0-15B7-C87911B57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8036" y="3581238"/>
                <a:ext cx="1629191" cy="184666"/>
              </a:xfrm>
              <a:prstGeom prst="rect">
                <a:avLst/>
              </a:prstGeom>
              <a:blipFill>
                <a:blip r:embed="rId26"/>
                <a:stretch>
                  <a:fillRect l="-2247" t="-3226" r="-1873" b="-35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5" name="文本框 594">
            <a:extLst>
              <a:ext uri="{FF2B5EF4-FFF2-40B4-BE49-F238E27FC236}">
                <a16:creationId xmlns:a16="http://schemas.microsoft.com/office/drawing/2014/main" id="{653A0A0F-C456-F042-076C-3EA0587588CA}"/>
              </a:ext>
            </a:extLst>
          </p:cNvPr>
          <p:cNvSpPr txBox="1"/>
          <p:nvPr/>
        </p:nvSpPr>
        <p:spPr>
          <a:xfrm>
            <a:off x="19751635" y="2747226"/>
            <a:ext cx="73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cs typeface="Times New Roman" panose="02020603050405020304" pitchFamily="18" charset="0"/>
              </a:rPr>
              <a:t>Head</a:t>
            </a:r>
            <a:endParaRPr lang="zh-CN" altLang="en-US" b="1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6" name="文本框 595">
                <a:extLst>
                  <a:ext uri="{FF2B5EF4-FFF2-40B4-BE49-F238E27FC236}">
                    <a16:creationId xmlns:a16="http://schemas.microsoft.com/office/drawing/2014/main" id="{B9C76F59-9D5B-52C8-184A-A61B1BFA3371}"/>
                  </a:ext>
                </a:extLst>
              </p:cNvPr>
              <p:cNvSpPr txBox="1"/>
              <p:nvPr/>
            </p:nvSpPr>
            <p:spPr>
              <a:xfrm>
                <a:off x="21249713" y="2447409"/>
                <a:ext cx="2054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96" name="文本框 595">
                <a:extLst>
                  <a:ext uri="{FF2B5EF4-FFF2-40B4-BE49-F238E27FC236}">
                    <a16:creationId xmlns:a16="http://schemas.microsoft.com/office/drawing/2014/main" id="{B9C76F59-9D5B-52C8-184A-A61B1BFA3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9713" y="2447409"/>
                <a:ext cx="205441" cy="276999"/>
              </a:xfrm>
              <a:prstGeom prst="rect">
                <a:avLst/>
              </a:prstGeom>
              <a:blipFill>
                <a:blip r:embed="rId27"/>
                <a:stretch>
                  <a:fillRect l="-26471" r="-20588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7" name="直接箭头连接符 596">
            <a:extLst>
              <a:ext uri="{FF2B5EF4-FFF2-40B4-BE49-F238E27FC236}">
                <a16:creationId xmlns:a16="http://schemas.microsoft.com/office/drawing/2014/main" id="{76F7480F-266B-20A8-6B7A-B4DBEA3D2500}"/>
              </a:ext>
            </a:extLst>
          </p:cNvPr>
          <p:cNvCxnSpPr/>
          <p:nvPr/>
        </p:nvCxnSpPr>
        <p:spPr>
          <a:xfrm flipH="1">
            <a:off x="21062874" y="2526288"/>
            <a:ext cx="579120" cy="396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8" name="直接箭头连接符 617">
            <a:extLst>
              <a:ext uri="{FF2B5EF4-FFF2-40B4-BE49-F238E27FC236}">
                <a16:creationId xmlns:a16="http://schemas.microsoft.com/office/drawing/2014/main" id="{B99CE3A5-D0C6-68AD-B52F-1A7546775AB8}"/>
              </a:ext>
            </a:extLst>
          </p:cNvPr>
          <p:cNvCxnSpPr>
            <a:cxnSpLocks/>
            <a:stCxn id="571" idx="3"/>
            <a:endCxn id="592" idx="2"/>
          </p:cNvCxnSpPr>
          <p:nvPr/>
        </p:nvCxnSpPr>
        <p:spPr>
          <a:xfrm>
            <a:off x="10665164" y="3778369"/>
            <a:ext cx="556647" cy="3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2C35DEFD-ED36-0574-54CA-E38E2BE6A7AE}"/>
              </a:ext>
            </a:extLst>
          </p:cNvPr>
          <p:cNvGrpSpPr/>
          <p:nvPr/>
        </p:nvGrpSpPr>
        <p:grpSpPr>
          <a:xfrm>
            <a:off x="-122188" y="2313707"/>
            <a:ext cx="1999017" cy="1992309"/>
            <a:chOff x="1036150" y="2531563"/>
            <a:chExt cx="2059836" cy="2052924"/>
          </a:xfrm>
        </p:grpSpPr>
        <p:sp>
          <p:nvSpPr>
            <p:cNvPr id="21" name="双括号 20">
              <a:extLst>
                <a:ext uri="{FF2B5EF4-FFF2-40B4-BE49-F238E27FC236}">
                  <a16:creationId xmlns:a16="http://schemas.microsoft.com/office/drawing/2014/main" id="{EC338353-51F5-4273-52B7-BA0172DD1799}"/>
                </a:ext>
              </a:extLst>
            </p:cNvPr>
            <p:cNvSpPr/>
            <p:nvPr/>
          </p:nvSpPr>
          <p:spPr>
            <a:xfrm>
              <a:off x="1381988" y="2870489"/>
              <a:ext cx="1713998" cy="1713998"/>
            </a:xfrm>
            <a:prstGeom prst="bracketPair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6FAFD0AF-B5C5-05D3-ECD1-881B48F93AA7}"/>
                </a:ext>
              </a:extLst>
            </p:cNvPr>
            <p:cNvSpPr/>
            <p:nvPr/>
          </p:nvSpPr>
          <p:spPr>
            <a:xfrm>
              <a:off x="1591868" y="3023636"/>
              <a:ext cx="278974" cy="278974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F8D7ABF0-FC6B-0F67-652C-9B21CCDDDF8B}"/>
                </a:ext>
              </a:extLst>
            </p:cNvPr>
            <p:cNvSpPr/>
            <p:nvPr/>
          </p:nvSpPr>
          <p:spPr>
            <a:xfrm>
              <a:off x="1967844" y="3026369"/>
              <a:ext cx="278974" cy="278974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E3CFAAF9-49CF-CAD0-7409-F68D3EF85578}"/>
                </a:ext>
              </a:extLst>
            </p:cNvPr>
            <p:cNvSpPr/>
            <p:nvPr/>
          </p:nvSpPr>
          <p:spPr>
            <a:xfrm>
              <a:off x="1591868" y="3411514"/>
              <a:ext cx="278974" cy="278974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1EFAFAB5-D7A3-D96C-A067-FEB0A1BB38A6}"/>
                </a:ext>
              </a:extLst>
            </p:cNvPr>
            <p:cNvSpPr/>
            <p:nvPr/>
          </p:nvSpPr>
          <p:spPr>
            <a:xfrm>
              <a:off x="1967844" y="3411514"/>
              <a:ext cx="278974" cy="278974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B313378C-9B00-6FE7-A53C-23ABB27C5B34}"/>
                </a:ext>
              </a:extLst>
            </p:cNvPr>
            <p:cNvSpPr/>
            <p:nvPr/>
          </p:nvSpPr>
          <p:spPr>
            <a:xfrm>
              <a:off x="1597722" y="4113018"/>
              <a:ext cx="278974" cy="278974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43BEDAB-1F55-E960-723A-5CE9D0059DDB}"/>
                </a:ext>
              </a:extLst>
            </p:cNvPr>
            <p:cNvSpPr/>
            <p:nvPr/>
          </p:nvSpPr>
          <p:spPr>
            <a:xfrm>
              <a:off x="1947761" y="4113018"/>
              <a:ext cx="278974" cy="278974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E8768F7D-A01E-BA33-3F5E-C46019A91230}"/>
                </a:ext>
              </a:extLst>
            </p:cNvPr>
            <p:cNvSpPr/>
            <p:nvPr/>
          </p:nvSpPr>
          <p:spPr>
            <a:xfrm>
              <a:off x="2609802" y="3413084"/>
              <a:ext cx="278974" cy="278974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7B4D7ADC-5D7A-3D91-5B19-9C404D5721F8}"/>
                </a:ext>
              </a:extLst>
            </p:cNvPr>
            <p:cNvSpPr/>
            <p:nvPr/>
          </p:nvSpPr>
          <p:spPr>
            <a:xfrm>
              <a:off x="2609802" y="4117611"/>
              <a:ext cx="278974" cy="278974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2C0BF3CF-7DB3-7DB6-9F3D-E69698C5EC03}"/>
                </a:ext>
              </a:extLst>
            </p:cNvPr>
            <p:cNvSpPr/>
            <p:nvPr/>
          </p:nvSpPr>
          <p:spPr>
            <a:xfrm>
              <a:off x="2609802" y="3023636"/>
              <a:ext cx="278974" cy="278974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7EA01F52-AFD8-5984-A538-9C31540348C8}"/>
                    </a:ext>
                  </a:extLst>
                </p:cNvPr>
                <p:cNvSpPr txBox="1"/>
                <p:nvPr/>
              </p:nvSpPr>
              <p:spPr>
                <a:xfrm>
                  <a:off x="2303742" y="3412935"/>
                  <a:ext cx="25968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713F8345-4035-8321-BBB6-30B456C96E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742" y="3412935"/>
                  <a:ext cx="25968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7647" r="-20588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D17B63BC-EC7E-B359-045B-80CAF6A8BDB8}"/>
                    </a:ext>
                  </a:extLst>
                </p:cNvPr>
                <p:cNvSpPr txBox="1"/>
                <p:nvPr/>
              </p:nvSpPr>
              <p:spPr>
                <a:xfrm>
                  <a:off x="2044597" y="3768466"/>
                  <a:ext cx="13465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CBD47C07-3000-8128-32AD-0F4EA7BE86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4597" y="3768466"/>
                  <a:ext cx="13465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55556" r="-55556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1872FDDD-10F9-AC82-5A02-E635DF9CDF5F}"/>
                    </a:ext>
                  </a:extLst>
                </p:cNvPr>
                <p:cNvSpPr txBox="1"/>
                <p:nvPr/>
              </p:nvSpPr>
              <p:spPr>
                <a:xfrm>
                  <a:off x="2330993" y="3768466"/>
                  <a:ext cx="20518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⋱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05333379-B60F-09A2-57CA-DF1261AF54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0993" y="3768466"/>
                  <a:ext cx="205184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7037" r="-37037" b="-30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683BCFCB-710B-D5E3-3014-74566594C7E8}"/>
                    </a:ext>
                  </a:extLst>
                </p:cNvPr>
                <p:cNvSpPr txBox="1"/>
                <p:nvPr/>
              </p:nvSpPr>
              <p:spPr>
                <a:xfrm>
                  <a:off x="1631674" y="2531564"/>
                  <a:ext cx="2391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F6E6E082-FDC1-E304-1A66-323264377C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1674" y="2531564"/>
                  <a:ext cx="23916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51613" r="-22581" b="-6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7824DD43-6054-5AD5-C654-AAFD7A00B243}"/>
                    </a:ext>
                  </a:extLst>
                </p:cNvPr>
                <p:cNvSpPr txBox="1"/>
                <p:nvPr/>
              </p:nvSpPr>
              <p:spPr>
                <a:xfrm>
                  <a:off x="2018521" y="2531563"/>
                  <a:ext cx="24449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23A0B32B-E1B6-B3FB-2DDB-5854012A1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8521" y="2531563"/>
                  <a:ext cx="244491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48485" r="-21212" b="-6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E7A79118-A944-76BA-877D-5D02D99E0A15}"/>
                    </a:ext>
                  </a:extLst>
                </p:cNvPr>
                <p:cNvSpPr txBox="1"/>
                <p:nvPr/>
              </p:nvSpPr>
              <p:spPr>
                <a:xfrm>
                  <a:off x="2596908" y="2531563"/>
                  <a:ext cx="2772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B229ECF5-9506-3924-0FA0-0E0D50C333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6908" y="2531563"/>
                  <a:ext cx="277255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44444" r="-19444" b="-6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88302C29-7570-19BC-4CB9-940EA5A81040}"/>
                    </a:ext>
                  </a:extLst>
                </p:cNvPr>
                <p:cNvSpPr txBox="1"/>
                <p:nvPr/>
              </p:nvSpPr>
              <p:spPr>
                <a:xfrm>
                  <a:off x="1055194" y="2994062"/>
                  <a:ext cx="2391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25832630-4DD1-48CC-148F-CB5992D624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94" y="2994062"/>
                  <a:ext cx="23916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51613" r="-22581" b="-6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B0AC39EB-B3C4-A948-B895-64ECFE9CDD14}"/>
                    </a:ext>
                  </a:extLst>
                </p:cNvPr>
                <p:cNvSpPr txBox="1"/>
                <p:nvPr/>
              </p:nvSpPr>
              <p:spPr>
                <a:xfrm>
                  <a:off x="1055194" y="3394686"/>
                  <a:ext cx="24449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95222F74-7497-7864-BFDD-611866B92C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94" y="3394686"/>
                  <a:ext cx="244491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50000" r="-21875" b="-594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05AE9EF-020D-F70C-D3B5-A76EC3EFEE51}"/>
                    </a:ext>
                  </a:extLst>
                </p:cNvPr>
                <p:cNvSpPr txBox="1"/>
                <p:nvPr/>
              </p:nvSpPr>
              <p:spPr>
                <a:xfrm>
                  <a:off x="1036150" y="4098165"/>
                  <a:ext cx="2772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58F223A7-DC36-A878-35E7-06934D72E3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150" y="4098165"/>
                  <a:ext cx="277255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43243" r="-18919" b="-6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E1497EC-5C46-EB3C-2516-40086819BCEB}"/>
              </a:ext>
            </a:extLst>
          </p:cNvPr>
          <p:cNvCxnSpPr>
            <a:cxnSpLocks/>
          </p:cNvCxnSpPr>
          <p:nvPr/>
        </p:nvCxnSpPr>
        <p:spPr>
          <a:xfrm>
            <a:off x="-599231" y="1083844"/>
            <a:ext cx="3846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3" name="矩形 572">
            <a:extLst>
              <a:ext uri="{FF2B5EF4-FFF2-40B4-BE49-F238E27FC236}">
                <a16:creationId xmlns:a16="http://schemas.microsoft.com/office/drawing/2014/main" id="{8A6155E0-1A34-C32B-DF4C-8A572FAFF63F}"/>
              </a:ext>
            </a:extLst>
          </p:cNvPr>
          <p:cNvSpPr/>
          <p:nvPr/>
        </p:nvSpPr>
        <p:spPr>
          <a:xfrm>
            <a:off x="-4914862" y="4070677"/>
            <a:ext cx="1268964" cy="12689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4" name="矩形 573">
            <a:extLst>
              <a:ext uri="{FF2B5EF4-FFF2-40B4-BE49-F238E27FC236}">
                <a16:creationId xmlns:a16="http://schemas.microsoft.com/office/drawing/2014/main" id="{6E92FA7F-B71A-6391-FBF5-0CD798C9EB11}"/>
              </a:ext>
            </a:extLst>
          </p:cNvPr>
          <p:cNvSpPr/>
          <p:nvPr/>
        </p:nvSpPr>
        <p:spPr>
          <a:xfrm>
            <a:off x="-4762462" y="4223077"/>
            <a:ext cx="1268964" cy="12689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5" name="矩形 574">
            <a:extLst>
              <a:ext uri="{FF2B5EF4-FFF2-40B4-BE49-F238E27FC236}">
                <a16:creationId xmlns:a16="http://schemas.microsoft.com/office/drawing/2014/main" id="{29516027-A806-BC39-7445-9EA55597C120}"/>
              </a:ext>
            </a:extLst>
          </p:cNvPr>
          <p:cNvSpPr/>
          <p:nvPr/>
        </p:nvSpPr>
        <p:spPr>
          <a:xfrm>
            <a:off x="-4610062" y="4375477"/>
            <a:ext cx="1268964" cy="12689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3465960-0654-331D-90DA-C92B2E9834D8}"/>
              </a:ext>
            </a:extLst>
          </p:cNvPr>
          <p:cNvSpPr txBox="1"/>
          <p:nvPr/>
        </p:nvSpPr>
        <p:spPr>
          <a:xfrm>
            <a:off x="-4474866" y="5750697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cs typeface="Times New Roman" panose="02020603050405020304" pitchFamily="18" charset="0"/>
              </a:rPr>
              <a:t>Input</a:t>
            </a:r>
            <a:endParaRPr lang="zh-CN" altLang="en-US" b="1" dirty="0">
              <a:cs typeface="Times New Roman" panose="02020603050405020304" pitchFamily="18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1586A81D-47F9-6007-E03E-0C25899DAC6B}"/>
              </a:ext>
            </a:extLst>
          </p:cNvPr>
          <p:cNvCxnSpPr>
            <a:cxnSpLocks/>
            <a:endCxn id="121" idx="2"/>
          </p:cNvCxnSpPr>
          <p:nvPr/>
        </p:nvCxnSpPr>
        <p:spPr>
          <a:xfrm>
            <a:off x="-3316926" y="4855065"/>
            <a:ext cx="3524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DEB2A9D1-209C-1D8C-5B53-6A08DC1D2844}"/>
              </a:ext>
            </a:extLst>
          </p:cNvPr>
          <p:cNvSpPr txBox="1"/>
          <p:nvPr/>
        </p:nvSpPr>
        <p:spPr>
          <a:xfrm>
            <a:off x="175702" y="2066558"/>
            <a:ext cx="17347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cs typeface="Times New Roman" panose="02020603050405020304" pitchFamily="18" charset="0"/>
              </a:rPr>
              <a:t>Topology-based matrix</a:t>
            </a:r>
            <a:endParaRPr lang="zh-CN" altLang="en-US" sz="1200" dirty="0"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5789736-DABC-B352-83C7-B4A9DFCBF76B}"/>
              </a:ext>
            </a:extLst>
          </p:cNvPr>
          <p:cNvSpPr txBox="1"/>
          <p:nvPr/>
        </p:nvSpPr>
        <p:spPr>
          <a:xfrm>
            <a:off x="429554" y="4275999"/>
            <a:ext cx="1279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cs typeface="Times New Roman" panose="02020603050405020304" pitchFamily="18" charset="0"/>
              </a:rPr>
              <a:t>Learnable matrix</a:t>
            </a:r>
            <a:endParaRPr lang="zh-CN" altLang="en-US" sz="1200" dirty="0">
              <a:cs typeface="Times New Roman" panose="02020603050405020304" pitchFamily="18" charset="0"/>
            </a:endParaRPr>
          </a:p>
        </p:txBody>
      </p:sp>
      <p:sp>
        <p:nvSpPr>
          <p:cNvPr id="570" name="椭圆 569">
            <a:extLst>
              <a:ext uri="{FF2B5EF4-FFF2-40B4-BE49-F238E27FC236}">
                <a16:creationId xmlns:a16="http://schemas.microsoft.com/office/drawing/2014/main" id="{F86C152C-1C5E-AB2E-7E04-335663721D66}"/>
              </a:ext>
            </a:extLst>
          </p:cNvPr>
          <p:cNvSpPr/>
          <p:nvPr/>
        </p:nvSpPr>
        <p:spPr>
          <a:xfrm>
            <a:off x="10428828" y="3671665"/>
            <a:ext cx="234137" cy="2341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1" name="文本框 570">
                <a:extLst>
                  <a:ext uri="{FF2B5EF4-FFF2-40B4-BE49-F238E27FC236}">
                    <a16:creationId xmlns:a16="http://schemas.microsoft.com/office/drawing/2014/main" id="{9EF74551-2DDB-F2B0-3324-A33EA5108C69}"/>
                  </a:ext>
                </a:extLst>
              </p:cNvPr>
              <p:cNvSpPr txBox="1"/>
              <p:nvPr/>
            </p:nvSpPr>
            <p:spPr>
              <a:xfrm>
                <a:off x="10431028" y="3639869"/>
                <a:ext cx="23413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∙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571" name="文本框 570">
                <a:extLst>
                  <a:ext uri="{FF2B5EF4-FFF2-40B4-BE49-F238E27FC236}">
                    <a16:creationId xmlns:a16="http://schemas.microsoft.com/office/drawing/2014/main" id="{9EF74551-2DDB-F2B0-3324-A33EA5108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1028" y="3639869"/>
                <a:ext cx="234136" cy="2769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2" name="椭圆 591">
            <a:extLst>
              <a:ext uri="{FF2B5EF4-FFF2-40B4-BE49-F238E27FC236}">
                <a16:creationId xmlns:a16="http://schemas.microsoft.com/office/drawing/2014/main" id="{C4094163-C4AE-F4A8-1826-7178E4B75806}"/>
              </a:ext>
            </a:extLst>
          </p:cNvPr>
          <p:cNvSpPr/>
          <p:nvPr/>
        </p:nvSpPr>
        <p:spPr>
          <a:xfrm>
            <a:off x="11221811" y="3664686"/>
            <a:ext cx="234137" cy="2341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4" name="文本框 593">
                <a:extLst>
                  <a:ext uri="{FF2B5EF4-FFF2-40B4-BE49-F238E27FC236}">
                    <a16:creationId xmlns:a16="http://schemas.microsoft.com/office/drawing/2014/main" id="{478CF0A6-E25C-5608-C901-A3ECB554FBC4}"/>
                  </a:ext>
                </a:extLst>
              </p:cNvPr>
              <p:cNvSpPr txBox="1"/>
              <p:nvPr/>
            </p:nvSpPr>
            <p:spPr>
              <a:xfrm>
                <a:off x="11224011" y="3642415"/>
                <a:ext cx="23413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594" name="文本框 593">
                <a:extLst>
                  <a:ext uri="{FF2B5EF4-FFF2-40B4-BE49-F238E27FC236}">
                    <a16:creationId xmlns:a16="http://schemas.microsoft.com/office/drawing/2014/main" id="{478CF0A6-E25C-5608-C901-A3ECB554F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4011" y="3642415"/>
                <a:ext cx="234136" cy="276999"/>
              </a:xfrm>
              <a:prstGeom prst="rect">
                <a:avLst/>
              </a:prstGeom>
              <a:blipFill>
                <a:blip r:embed="rId29"/>
                <a:stretch>
                  <a:fillRect l="-17949" r="-17949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5" name="直接箭头连接符 604">
            <a:extLst>
              <a:ext uri="{FF2B5EF4-FFF2-40B4-BE49-F238E27FC236}">
                <a16:creationId xmlns:a16="http://schemas.microsoft.com/office/drawing/2014/main" id="{2B7A7F2A-6E81-ECEF-8797-7DD779CBA66A}"/>
              </a:ext>
            </a:extLst>
          </p:cNvPr>
          <p:cNvCxnSpPr>
            <a:cxnSpLocks/>
            <a:stCxn id="128" idx="3"/>
            <a:endCxn id="61" idx="2"/>
          </p:cNvCxnSpPr>
          <p:nvPr/>
        </p:nvCxnSpPr>
        <p:spPr>
          <a:xfrm flipV="1">
            <a:off x="8308722" y="3781534"/>
            <a:ext cx="781942" cy="55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2" name="连接符: 肘形 611">
            <a:extLst>
              <a:ext uri="{FF2B5EF4-FFF2-40B4-BE49-F238E27FC236}">
                <a16:creationId xmlns:a16="http://schemas.microsoft.com/office/drawing/2014/main" id="{D3FE1DB4-8F01-9713-263F-F19CDD8D4AD9}"/>
              </a:ext>
            </a:extLst>
          </p:cNvPr>
          <p:cNvCxnSpPr>
            <a:cxnSpLocks/>
            <a:stCxn id="129" idx="2"/>
            <a:endCxn id="594" idx="2"/>
          </p:cNvCxnSpPr>
          <p:nvPr/>
        </p:nvCxnSpPr>
        <p:spPr>
          <a:xfrm rot="16200000" flipH="1">
            <a:off x="9738911" y="2317245"/>
            <a:ext cx="6973" cy="3197364"/>
          </a:xfrm>
          <a:prstGeom prst="bentConnector3">
            <a:avLst>
              <a:gd name="adj1" fmla="val 2632684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2" name="直接箭头连接符 621">
            <a:extLst>
              <a:ext uri="{FF2B5EF4-FFF2-40B4-BE49-F238E27FC236}">
                <a16:creationId xmlns:a16="http://schemas.microsoft.com/office/drawing/2014/main" id="{156D24AC-1A16-290D-D001-E400632D9905}"/>
              </a:ext>
            </a:extLst>
          </p:cNvPr>
          <p:cNvCxnSpPr>
            <a:cxnSpLocks/>
            <a:stCxn id="594" idx="3"/>
            <a:endCxn id="349" idx="1"/>
          </p:cNvCxnSpPr>
          <p:nvPr/>
        </p:nvCxnSpPr>
        <p:spPr>
          <a:xfrm>
            <a:off x="11458147" y="3780915"/>
            <a:ext cx="1299156" cy="16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F25A3615-6571-E803-6991-F3C5FBB16E6E}"/>
              </a:ext>
            </a:extLst>
          </p:cNvPr>
          <p:cNvSpPr/>
          <p:nvPr/>
        </p:nvSpPr>
        <p:spPr>
          <a:xfrm rot="5400000">
            <a:off x="7810643" y="3430473"/>
            <a:ext cx="3262162" cy="702121"/>
          </a:xfrm>
          <a:prstGeom prst="roundRect">
            <a:avLst/>
          </a:prstGeom>
          <a:solidFill>
            <a:srgbClr val="F6C6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Conv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grpSp>
        <p:nvGrpSpPr>
          <p:cNvPr id="549" name="组合 548">
            <a:extLst>
              <a:ext uri="{FF2B5EF4-FFF2-40B4-BE49-F238E27FC236}">
                <a16:creationId xmlns:a16="http://schemas.microsoft.com/office/drawing/2014/main" id="{8927595D-7764-559D-C6A9-99B31ADBA33B}"/>
              </a:ext>
            </a:extLst>
          </p:cNvPr>
          <p:cNvGrpSpPr/>
          <p:nvPr/>
        </p:nvGrpSpPr>
        <p:grpSpPr>
          <a:xfrm>
            <a:off x="7884193" y="1253760"/>
            <a:ext cx="1153902" cy="1815084"/>
            <a:chOff x="1647063" y="880491"/>
            <a:chExt cx="1153902" cy="1815084"/>
          </a:xfrm>
          <a:solidFill>
            <a:schemeClr val="bg2"/>
          </a:solidFill>
        </p:grpSpPr>
        <p:sp>
          <p:nvSpPr>
            <p:cNvPr id="550" name="椭圆 549">
              <a:extLst>
                <a:ext uri="{FF2B5EF4-FFF2-40B4-BE49-F238E27FC236}">
                  <a16:creationId xmlns:a16="http://schemas.microsoft.com/office/drawing/2014/main" id="{19B0F708-CB78-BEBE-3CB8-740AF7B439B7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1" name="椭圆 550">
              <a:extLst>
                <a:ext uri="{FF2B5EF4-FFF2-40B4-BE49-F238E27FC236}">
                  <a16:creationId xmlns:a16="http://schemas.microsoft.com/office/drawing/2014/main" id="{D58FC67C-87C4-9424-A449-50CE0E50BA1A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3" name="椭圆 552">
              <a:extLst>
                <a:ext uri="{FF2B5EF4-FFF2-40B4-BE49-F238E27FC236}">
                  <a16:creationId xmlns:a16="http://schemas.microsoft.com/office/drawing/2014/main" id="{195E0B33-F9F3-BA31-7FB0-81D2CC0556A5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5" name="椭圆 554">
              <a:extLst>
                <a:ext uri="{FF2B5EF4-FFF2-40B4-BE49-F238E27FC236}">
                  <a16:creationId xmlns:a16="http://schemas.microsoft.com/office/drawing/2014/main" id="{6C36131D-0466-5215-630F-F4EFEE8AFF89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2" name="椭圆 561">
              <a:extLst>
                <a:ext uri="{FF2B5EF4-FFF2-40B4-BE49-F238E27FC236}">
                  <a16:creationId xmlns:a16="http://schemas.microsoft.com/office/drawing/2014/main" id="{FFAF3167-EAC9-57B9-B07A-830C25BD6B1B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3" name="椭圆 562">
              <a:extLst>
                <a:ext uri="{FF2B5EF4-FFF2-40B4-BE49-F238E27FC236}">
                  <a16:creationId xmlns:a16="http://schemas.microsoft.com/office/drawing/2014/main" id="{DA05B8AA-AE99-120C-D579-3B45D8F42918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6" name="椭圆 565">
              <a:extLst>
                <a:ext uri="{FF2B5EF4-FFF2-40B4-BE49-F238E27FC236}">
                  <a16:creationId xmlns:a16="http://schemas.microsoft.com/office/drawing/2014/main" id="{3930AB76-B393-1F65-3B2A-1B55585340DF}"/>
                </a:ext>
              </a:extLst>
            </p:cNvPr>
            <p:cNvSpPr/>
            <p:nvPr/>
          </p:nvSpPr>
          <p:spPr>
            <a:xfrm>
              <a:off x="2724516" y="148564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椭圆 566">
              <a:extLst>
                <a:ext uri="{FF2B5EF4-FFF2-40B4-BE49-F238E27FC236}">
                  <a16:creationId xmlns:a16="http://schemas.microsoft.com/office/drawing/2014/main" id="{AF07C6B3-473D-C3AB-1D6F-C377ADD516AC}"/>
                </a:ext>
              </a:extLst>
            </p:cNvPr>
            <p:cNvSpPr/>
            <p:nvPr/>
          </p:nvSpPr>
          <p:spPr>
            <a:xfrm>
              <a:off x="1954017" y="1808304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椭圆 567">
              <a:extLst>
                <a:ext uri="{FF2B5EF4-FFF2-40B4-BE49-F238E27FC236}">
                  <a16:creationId xmlns:a16="http://schemas.microsoft.com/office/drawing/2014/main" id="{C4B28460-8B40-8183-36E9-9620AA7A412B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椭圆 568">
              <a:extLst>
                <a:ext uri="{FF2B5EF4-FFF2-40B4-BE49-F238E27FC236}">
                  <a16:creationId xmlns:a16="http://schemas.microsoft.com/office/drawing/2014/main" id="{DC671D8F-0DB4-04E1-BD68-4824A238DDE7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2" name="椭圆 571">
              <a:extLst>
                <a:ext uri="{FF2B5EF4-FFF2-40B4-BE49-F238E27FC236}">
                  <a16:creationId xmlns:a16="http://schemas.microsoft.com/office/drawing/2014/main" id="{DD19679B-EF86-904B-9FB8-0399EED3B47A}"/>
                </a:ext>
              </a:extLst>
            </p:cNvPr>
            <p:cNvSpPr/>
            <p:nvPr/>
          </p:nvSpPr>
          <p:spPr>
            <a:xfrm>
              <a:off x="2309621" y="1765447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4EDD01AE-455B-A88A-BCC7-F62C4B72EBDC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165BCC10-C6F9-318E-0577-64B423E522E3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41CAA9F2-2219-897D-A191-C25506DC4475}"/>
                </a:ext>
              </a:extLst>
            </p:cNvPr>
            <p:cNvSpPr/>
            <p:nvPr/>
          </p:nvSpPr>
          <p:spPr>
            <a:xfrm>
              <a:off x="1928534" y="2619126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D528B9B4-8167-5778-208D-C0A2C0E652B6}"/>
                </a:ext>
              </a:extLst>
            </p:cNvPr>
            <p:cNvSpPr/>
            <p:nvPr/>
          </p:nvSpPr>
          <p:spPr>
            <a:xfrm>
              <a:off x="2603834" y="2542677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4E9C4CBD-3E15-CEF9-EEBD-7ADF3563A459}"/>
                </a:ext>
              </a:extLst>
            </p:cNvPr>
            <p:cNvCxnSpPr>
              <a:cxnSpLocks/>
              <a:stCxn id="550" idx="3"/>
              <a:endCxn id="551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B3EAFB8A-36DB-9F77-980B-9F004F2C57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E34904CE-E3EF-5698-2F75-040F4E0067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7224552E-60AC-CACF-52EA-FD39A41E2204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5704D078-0168-2AE8-AA74-9B0CCA21B8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782071D4-FADB-64FC-66C0-557E6BEBA489}"/>
                </a:ext>
              </a:extLst>
            </p:cNvPr>
            <p:cNvCxnSpPr>
              <a:cxnSpLocks/>
            </p:cNvCxnSpPr>
            <p:nvPr/>
          </p:nvCxnSpPr>
          <p:spPr>
            <a:xfrm>
              <a:off x="2514571" y="1387908"/>
              <a:ext cx="249762" cy="135522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DCBB9E4-54CE-44D4-5137-AAFF6B6225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5138" y="915916"/>
              <a:ext cx="154442" cy="926654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594FC050-05A8-C020-D58B-36E16AB608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840157"/>
              <a:ext cx="21718" cy="352322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2C0F93E0-2BD5-2961-B5BE-E0BC5F390E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F033A3F6-71B2-315E-B741-A3C8D58FCCE3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83400" cy="890457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904F0D91-251F-1DF6-E8EA-4FBDE854C2AA}"/>
                </a:ext>
              </a:extLst>
            </p:cNvPr>
            <p:cNvCxnSpPr>
              <a:cxnSpLocks/>
            </p:cNvCxnSpPr>
            <p:nvPr/>
          </p:nvCxnSpPr>
          <p:spPr>
            <a:xfrm>
              <a:off x="2347459" y="1806373"/>
              <a:ext cx="86874" cy="349909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5E5F489B-8DB0-930B-3424-788844CCFCC0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直接连接符 575">
              <a:extLst>
                <a:ext uri="{FF2B5EF4-FFF2-40B4-BE49-F238E27FC236}">
                  <a16:creationId xmlns:a16="http://schemas.microsoft.com/office/drawing/2014/main" id="{742390A8-18C5-D63B-F007-DD8B2BD89CC0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132724" cy="26545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直接连接符 578">
              <a:extLst>
                <a:ext uri="{FF2B5EF4-FFF2-40B4-BE49-F238E27FC236}">
                  <a16:creationId xmlns:a16="http://schemas.microsoft.com/office/drawing/2014/main" id="{42D47586-0972-A256-C258-81B3AFBD0DD7}"/>
                </a:ext>
              </a:extLst>
            </p:cNvPr>
            <p:cNvCxnSpPr>
              <a:cxnSpLocks/>
              <a:endCxn id="74" idx="5"/>
            </p:cNvCxnSpPr>
            <p:nvPr/>
          </p:nvCxnSpPr>
          <p:spPr>
            <a:xfrm>
              <a:off x="1920329" y="2547214"/>
              <a:ext cx="73458" cy="137166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1" name="组合 580">
            <a:extLst>
              <a:ext uri="{FF2B5EF4-FFF2-40B4-BE49-F238E27FC236}">
                <a16:creationId xmlns:a16="http://schemas.microsoft.com/office/drawing/2014/main" id="{E189654E-66E4-367B-ABE0-65CFC8E2A3D7}"/>
              </a:ext>
            </a:extLst>
          </p:cNvPr>
          <p:cNvGrpSpPr/>
          <p:nvPr/>
        </p:nvGrpSpPr>
        <p:grpSpPr>
          <a:xfrm>
            <a:off x="7687416" y="1350326"/>
            <a:ext cx="1153902" cy="1815084"/>
            <a:chOff x="1647063" y="880491"/>
            <a:chExt cx="1153902" cy="1815084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582" name="椭圆 581">
              <a:extLst>
                <a:ext uri="{FF2B5EF4-FFF2-40B4-BE49-F238E27FC236}">
                  <a16:creationId xmlns:a16="http://schemas.microsoft.com/office/drawing/2014/main" id="{322FCF18-69EE-7B45-5701-D1AFF0D02178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5" name="椭圆 584">
              <a:extLst>
                <a:ext uri="{FF2B5EF4-FFF2-40B4-BE49-F238E27FC236}">
                  <a16:creationId xmlns:a16="http://schemas.microsoft.com/office/drawing/2014/main" id="{967AE5AD-6F32-4A5C-2F49-DC8B618C1BB2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6" name="椭圆 585">
              <a:extLst>
                <a:ext uri="{FF2B5EF4-FFF2-40B4-BE49-F238E27FC236}">
                  <a16:creationId xmlns:a16="http://schemas.microsoft.com/office/drawing/2014/main" id="{A21222F6-DD20-2CB5-0CD3-B3E71004451B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7" name="椭圆 586">
              <a:extLst>
                <a:ext uri="{FF2B5EF4-FFF2-40B4-BE49-F238E27FC236}">
                  <a16:creationId xmlns:a16="http://schemas.microsoft.com/office/drawing/2014/main" id="{FA0BE014-B82F-8D43-960E-52DE7F6E470F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8" name="椭圆 587">
              <a:extLst>
                <a:ext uri="{FF2B5EF4-FFF2-40B4-BE49-F238E27FC236}">
                  <a16:creationId xmlns:a16="http://schemas.microsoft.com/office/drawing/2014/main" id="{15E8C80A-B67A-E38F-1186-A5318565C63D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9" name="椭圆 588">
              <a:extLst>
                <a:ext uri="{FF2B5EF4-FFF2-40B4-BE49-F238E27FC236}">
                  <a16:creationId xmlns:a16="http://schemas.microsoft.com/office/drawing/2014/main" id="{E20922F7-6302-98A1-4455-E9CBACDE0E8F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0" name="椭圆 589">
              <a:extLst>
                <a:ext uri="{FF2B5EF4-FFF2-40B4-BE49-F238E27FC236}">
                  <a16:creationId xmlns:a16="http://schemas.microsoft.com/office/drawing/2014/main" id="{9F981319-35ED-809C-2E13-B053A51163FC}"/>
                </a:ext>
              </a:extLst>
            </p:cNvPr>
            <p:cNvSpPr/>
            <p:nvPr/>
          </p:nvSpPr>
          <p:spPr>
            <a:xfrm>
              <a:off x="2724516" y="148564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8" name="椭圆 597">
              <a:extLst>
                <a:ext uri="{FF2B5EF4-FFF2-40B4-BE49-F238E27FC236}">
                  <a16:creationId xmlns:a16="http://schemas.microsoft.com/office/drawing/2014/main" id="{66A8FEE4-5F9E-0130-B83C-2E947E05BFE2}"/>
                </a:ext>
              </a:extLst>
            </p:cNvPr>
            <p:cNvSpPr/>
            <p:nvPr/>
          </p:nvSpPr>
          <p:spPr>
            <a:xfrm>
              <a:off x="1954017" y="1808304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9" name="椭圆 598">
              <a:extLst>
                <a:ext uri="{FF2B5EF4-FFF2-40B4-BE49-F238E27FC236}">
                  <a16:creationId xmlns:a16="http://schemas.microsoft.com/office/drawing/2014/main" id="{8475128E-4C54-71AB-2969-64A58FEDFE95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0" name="椭圆 599">
              <a:extLst>
                <a:ext uri="{FF2B5EF4-FFF2-40B4-BE49-F238E27FC236}">
                  <a16:creationId xmlns:a16="http://schemas.microsoft.com/office/drawing/2014/main" id="{3142E3D9-E12E-17F0-6A2E-89749B4699C9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1" name="椭圆 600">
              <a:extLst>
                <a:ext uri="{FF2B5EF4-FFF2-40B4-BE49-F238E27FC236}">
                  <a16:creationId xmlns:a16="http://schemas.microsoft.com/office/drawing/2014/main" id="{5A03381A-8163-919C-E55A-0B445729CF67}"/>
                </a:ext>
              </a:extLst>
            </p:cNvPr>
            <p:cNvSpPr/>
            <p:nvPr/>
          </p:nvSpPr>
          <p:spPr>
            <a:xfrm>
              <a:off x="2309621" y="176544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2" name="椭圆 601">
              <a:extLst>
                <a:ext uri="{FF2B5EF4-FFF2-40B4-BE49-F238E27FC236}">
                  <a16:creationId xmlns:a16="http://schemas.microsoft.com/office/drawing/2014/main" id="{B025A0B4-8DE5-CB69-9FFF-A08951C1D584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3" name="椭圆 602">
              <a:extLst>
                <a:ext uri="{FF2B5EF4-FFF2-40B4-BE49-F238E27FC236}">
                  <a16:creationId xmlns:a16="http://schemas.microsoft.com/office/drawing/2014/main" id="{26601A46-28F5-099D-4EAB-9315F38DC309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6" name="椭圆 605">
              <a:extLst>
                <a:ext uri="{FF2B5EF4-FFF2-40B4-BE49-F238E27FC236}">
                  <a16:creationId xmlns:a16="http://schemas.microsoft.com/office/drawing/2014/main" id="{BE5E9DD8-6609-B0F7-499F-AAC5A96D3223}"/>
                </a:ext>
              </a:extLst>
            </p:cNvPr>
            <p:cNvSpPr/>
            <p:nvPr/>
          </p:nvSpPr>
          <p:spPr>
            <a:xfrm>
              <a:off x="1928534" y="2619126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7" name="椭圆 606">
              <a:extLst>
                <a:ext uri="{FF2B5EF4-FFF2-40B4-BE49-F238E27FC236}">
                  <a16:creationId xmlns:a16="http://schemas.microsoft.com/office/drawing/2014/main" id="{D6B3D121-E9E3-CD43-1D34-E837F78FCCC7}"/>
                </a:ext>
              </a:extLst>
            </p:cNvPr>
            <p:cNvSpPr/>
            <p:nvPr/>
          </p:nvSpPr>
          <p:spPr>
            <a:xfrm>
              <a:off x="2603834" y="254267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08" name="直接连接符 607">
              <a:extLst>
                <a:ext uri="{FF2B5EF4-FFF2-40B4-BE49-F238E27FC236}">
                  <a16:creationId xmlns:a16="http://schemas.microsoft.com/office/drawing/2014/main" id="{9F09A46A-9E1E-C18D-0148-2B6B0D9A1BA9}"/>
                </a:ext>
              </a:extLst>
            </p:cNvPr>
            <p:cNvCxnSpPr>
              <a:cxnSpLocks/>
              <a:stCxn id="582" idx="3"/>
              <a:endCxn id="585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直接连接符 608">
              <a:extLst>
                <a:ext uri="{FF2B5EF4-FFF2-40B4-BE49-F238E27FC236}">
                  <a16:creationId xmlns:a16="http://schemas.microsoft.com/office/drawing/2014/main" id="{A68EFF1E-70B8-99ED-BAC9-60AC72EFEE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直接连接符 609">
              <a:extLst>
                <a:ext uri="{FF2B5EF4-FFF2-40B4-BE49-F238E27FC236}">
                  <a16:creationId xmlns:a16="http://schemas.microsoft.com/office/drawing/2014/main" id="{DB4BB359-954D-5E75-5678-08AAE64CE6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直接连接符 610">
              <a:extLst>
                <a:ext uri="{FF2B5EF4-FFF2-40B4-BE49-F238E27FC236}">
                  <a16:creationId xmlns:a16="http://schemas.microsoft.com/office/drawing/2014/main" id="{E77E2B05-3F3F-5363-1E5E-035D743213C6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直接连接符 612">
              <a:extLst>
                <a:ext uri="{FF2B5EF4-FFF2-40B4-BE49-F238E27FC236}">
                  <a16:creationId xmlns:a16="http://schemas.microsoft.com/office/drawing/2014/main" id="{9482159E-CAA1-11A9-79AF-9258DB1014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连接符 613">
              <a:extLst>
                <a:ext uri="{FF2B5EF4-FFF2-40B4-BE49-F238E27FC236}">
                  <a16:creationId xmlns:a16="http://schemas.microsoft.com/office/drawing/2014/main" id="{5D3DAA4C-9F7D-E90B-B616-C8F7285E0DB8}"/>
                </a:ext>
              </a:extLst>
            </p:cNvPr>
            <p:cNvCxnSpPr>
              <a:cxnSpLocks/>
            </p:cNvCxnSpPr>
            <p:nvPr/>
          </p:nvCxnSpPr>
          <p:spPr>
            <a:xfrm>
              <a:off x="2514571" y="1387908"/>
              <a:ext cx="249762" cy="135522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直接连接符 614">
              <a:extLst>
                <a:ext uri="{FF2B5EF4-FFF2-40B4-BE49-F238E27FC236}">
                  <a16:creationId xmlns:a16="http://schemas.microsoft.com/office/drawing/2014/main" id="{E716A5D1-7D87-BED8-FE70-C9C32F1C1E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5138" y="915916"/>
              <a:ext cx="154442" cy="926654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直接连接符 615">
              <a:extLst>
                <a:ext uri="{FF2B5EF4-FFF2-40B4-BE49-F238E27FC236}">
                  <a16:creationId xmlns:a16="http://schemas.microsoft.com/office/drawing/2014/main" id="{838010F9-D5D5-00C1-AD85-374889A80F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840157"/>
              <a:ext cx="21718" cy="352322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直接连接符 616">
              <a:extLst>
                <a:ext uri="{FF2B5EF4-FFF2-40B4-BE49-F238E27FC236}">
                  <a16:creationId xmlns:a16="http://schemas.microsoft.com/office/drawing/2014/main" id="{12FEAD1A-E606-D02D-6340-BCF027CB62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直接连接符 618">
              <a:extLst>
                <a:ext uri="{FF2B5EF4-FFF2-40B4-BE49-F238E27FC236}">
                  <a16:creationId xmlns:a16="http://schemas.microsoft.com/office/drawing/2014/main" id="{79C8FACC-D190-F61C-ACF3-6C8D3E0E358C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83400" cy="890457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直接连接符 619">
              <a:extLst>
                <a:ext uri="{FF2B5EF4-FFF2-40B4-BE49-F238E27FC236}">
                  <a16:creationId xmlns:a16="http://schemas.microsoft.com/office/drawing/2014/main" id="{4D49657D-13BE-A977-61DF-ECF85E49130E}"/>
                </a:ext>
              </a:extLst>
            </p:cNvPr>
            <p:cNvCxnSpPr>
              <a:cxnSpLocks/>
            </p:cNvCxnSpPr>
            <p:nvPr/>
          </p:nvCxnSpPr>
          <p:spPr>
            <a:xfrm>
              <a:off x="2347459" y="1806373"/>
              <a:ext cx="86874" cy="349909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直接连接符 620">
              <a:extLst>
                <a:ext uri="{FF2B5EF4-FFF2-40B4-BE49-F238E27FC236}">
                  <a16:creationId xmlns:a16="http://schemas.microsoft.com/office/drawing/2014/main" id="{BFAB6556-1D9C-85C3-EE6B-4E366D25D119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直接连接符 622">
              <a:extLst>
                <a:ext uri="{FF2B5EF4-FFF2-40B4-BE49-F238E27FC236}">
                  <a16:creationId xmlns:a16="http://schemas.microsoft.com/office/drawing/2014/main" id="{D5EE15FB-3BE4-A451-5117-7727666E586A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132724" cy="26545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直接连接符 623">
              <a:extLst>
                <a:ext uri="{FF2B5EF4-FFF2-40B4-BE49-F238E27FC236}">
                  <a16:creationId xmlns:a16="http://schemas.microsoft.com/office/drawing/2014/main" id="{FB5789B0-31DB-B4BF-6F96-27A86533F8AF}"/>
                </a:ext>
              </a:extLst>
            </p:cNvPr>
            <p:cNvCxnSpPr>
              <a:cxnSpLocks/>
              <a:endCxn id="606" idx="5"/>
            </p:cNvCxnSpPr>
            <p:nvPr/>
          </p:nvCxnSpPr>
          <p:spPr>
            <a:xfrm>
              <a:off x="1920329" y="2547214"/>
              <a:ext cx="73458" cy="137166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5" name="组合 624">
            <a:extLst>
              <a:ext uri="{FF2B5EF4-FFF2-40B4-BE49-F238E27FC236}">
                <a16:creationId xmlns:a16="http://schemas.microsoft.com/office/drawing/2014/main" id="{EC45C05A-1ECA-5FFE-35E6-910EE51E96D3}"/>
              </a:ext>
            </a:extLst>
          </p:cNvPr>
          <p:cNvGrpSpPr/>
          <p:nvPr/>
        </p:nvGrpSpPr>
        <p:grpSpPr>
          <a:xfrm>
            <a:off x="7496843" y="1458650"/>
            <a:ext cx="1153902" cy="1815084"/>
            <a:chOff x="1647063" y="880491"/>
            <a:chExt cx="1153902" cy="1815084"/>
          </a:xfrm>
        </p:grpSpPr>
        <p:sp>
          <p:nvSpPr>
            <p:cNvPr id="626" name="椭圆 625">
              <a:extLst>
                <a:ext uri="{FF2B5EF4-FFF2-40B4-BE49-F238E27FC236}">
                  <a16:creationId xmlns:a16="http://schemas.microsoft.com/office/drawing/2014/main" id="{2C537ED5-4964-01D3-DF6B-1518A11F9244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9" name="椭圆 628">
              <a:extLst>
                <a:ext uri="{FF2B5EF4-FFF2-40B4-BE49-F238E27FC236}">
                  <a16:creationId xmlns:a16="http://schemas.microsoft.com/office/drawing/2014/main" id="{7E8C1734-4BAA-2F42-2FDB-39C1AD6E1199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0" name="椭圆 629">
              <a:extLst>
                <a:ext uri="{FF2B5EF4-FFF2-40B4-BE49-F238E27FC236}">
                  <a16:creationId xmlns:a16="http://schemas.microsoft.com/office/drawing/2014/main" id="{8699E952-0351-FD75-9DEB-F0B4AD2D27D2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2" name="椭圆 631">
              <a:extLst>
                <a:ext uri="{FF2B5EF4-FFF2-40B4-BE49-F238E27FC236}">
                  <a16:creationId xmlns:a16="http://schemas.microsoft.com/office/drawing/2014/main" id="{E6A8411F-EF5B-55EA-E260-2928B9570A7F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3" name="椭圆 632">
              <a:extLst>
                <a:ext uri="{FF2B5EF4-FFF2-40B4-BE49-F238E27FC236}">
                  <a16:creationId xmlns:a16="http://schemas.microsoft.com/office/drawing/2014/main" id="{83A90EDF-5DCE-1ADC-C3AC-014C5063C5FA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4" name="椭圆 633">
              <a:extLst>
                <a:ext uri="{FF2B5EF4-FFF2-40B4-BE49-F238E27FC236}">
                  <a16:creationId xmlns:a16="http://schemas.microsoft.com/office/drawing/2014/main" id="{054AC68C-0CB4-6971-A102-952A5E1FD2F9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5" name="椭圆 634">
              <a:extLst>
                <a:ext uri="{FF2B5EF4-FFF2-40B4-BE49-F238E27FC236}">
                  <a16:creationId xmlns:a16="http://schemas.microsoft.com/office/drawing/2014/main" id="{F2FD47BF-6385-31D9-B918-6A53535920C0}"/>
                </a:ext>
              </a:extLst>
            </p:cNvPr>
            <p:cNvSpPr/>
            <p:nvPr/>
          </p:nvSpPr>
          <p:spPr>
            <a:xfrm>
              <a:off x="2724516" y="148564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8" name="椭圆 637">
              <a:extLst>
                <a:ext uri="{FF2B5EF4-FFF2-40B4-BE49-F238E27FC236}">
                  <a16:creationId xmlns:a16="http://schemas.microsoft.com/office/drawing/2014/main" id="{60795912-FA85-DBD5-970E-99FAE030F8B1}"/>
                </a:ext>
              </a:extLst>
            </p:cNvPr>
            <p:cNvSpPr/>
            <p:nvPr/>
          </p:nvSpPr>
          <p:spPr>
            <a:xfrm>
              <a:off x="1954017" y="1808304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9" name="椭圆 638">
              <a:extLst>
                <a:ext uri="{FF2B5EF4-FFF2-40B4-BE49-F238E27FC236}">
                  <a16:creationId xmlns:a16="http://schemas.microsoft.com/office/drawing/2014/main" id="{058579AB-A0B0-EE2A-0375-35B36C7C74C1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1665ED44-FD11-E50E-E117-8E91C3C4ED01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A9892D47-8A4A-5ABF-7E58-605DCAB2E878}"/>
                </a:ext>
              </a:extLst>
            </p:cNvPr>
            <p:cNvSpPr/>
            <p:nvPr/>
          </p:nvSpPr>
          <p:spPr>
            <a:xfrm>
              <a:off x="2309621" y="1765447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8D5D5198-4F0C-EB42-8977-02F05C5C0E14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DCC0E987-6483-980C-B687-87D0B8848AED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60CFE517-857E-50D4-B606-9EC8AB8F39CD}"/>
                </a:ext>
              </a:extLst>
            </p:cNvPr>
            <p:cNvSpPr/>
            <p:nvPr/>
          </p:nvSpPr>
          <p:spPr>
            <a:xfrm>
              <a:off x="1928534" y="2619126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id="{35160D05-BFAC-A030-687D-32190F8AB08C}"/>
                </a:ext>
              </a:extLst>
            </p:cNvPr>
            <p:cNvSpPr/>
            <p:nvPr/>
          </p:nvSpPr>
          <p:spPr>
            <a:xfrm>
              <a:off x="2603834" y="2542677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375B213D-AC9B-3D97-E22D-7DC8F2E29D6A}"/>
                </a:ext>
              </a:extLst>
            </p:cNvPr>
            <p:cNvCxnSpPr>
              <a:cxnSpLocks/>
              <a:stCxn id="626" idx="3"/>
              <a:endCxn id="629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8D9C4324-EE98-AAD6-0F6A-5987AB9617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AF132AF3-7BEC-CBF1-E992-12E960941F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6ADA4CD9-0A58-7B3B-26A7-604AA6ABC8AA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AB64875F-9498-C3FC-59FE-BFB8EB9249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CC34785A-B97A-3E42-A888-ECA0BEA597C4}"/>
                </a:ext>
              </a:extLst>
            </p:cNvPr>
            <p:cNvCxnSpPr>
              <a:cxnSpLocks/>
            </p:cNvCxnSpPr>
            <p:nvPr/>
          </p:nvCxnSpPr>
          <p:spPr>
            <a:xfrm>
              <a:off x="2514571" y="1387908"/>
              <a:ext cx="249762" cy="1355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0F501157-A87A-793C-22DD-357456FC66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5138" y="915916"/>
              <a:ext cx="154442" cy="9266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969707F3-6CBE-14BB-AD67-58E4E5A0C3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840157"/>
              <a:ext cx="21718" cy="3523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60C61CA0-B669-3743-47EA-2A6AF041A3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A2738BE3-F011-173C-C495-0F9D4F0CC47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83400" cy="890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>
              <a:extLst>
                <a:ext uri="{FF2B5EF4-FFF2-40B4-BE49-F238E27FC236}">
                  <a16:creationId xmlns:a16="http://schemas.microsoft.com/office/drawing/2014/main" id="{31DE7A28-5FEB-0010-12E6-38F3429FE7C8}"/>
                </a:ext>
              </a:extLst>
            </p:cNvPr>
            <p:cNvCxnSpPr>
              <a:cxnSpLocks/>
            </p:cNvCxnSpPr>
            <p:nvPr/>
          </p:nvCxnSpPr>
          <p:spPr>
            <a:xfrm>
              <a:off x="2347459" y="1806373"/>
              <a:ext cx="86874" cy="349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>
              <a:extLst>
                <a:ext uri="{FF2B5EF4-FFF2-40B4-BE49-F238E27FC236}">
                  <a16:creationId xmlns:a16="http://schemas.microsoft.com/office/drawing/2014/main" id="{48043235-6E7A-DD29-8DAA-40DA2F2BCF8F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3BBA0A5B-56E4-6CC4-5E7E-A123CD2620A2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132724" cy="265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>
              <a:extLst>
                <a:ext uri="{FF2B5EF4-FFF2-40B4-BE49-F238E27FC236}">
                  <a16:creationId xmlns:a16="http://schemas.microsoft.com/office/drawing/2014/main" id="{1427706B-07FE-3F3C-1385-EB694A3C993F}"/>
                </a:ext>
              </a:extLst>
            </p:cNvPr>
            <p:cNvCxnSpPr>
              <a:cxnSpLocks/>
              <a:endCxn id="139" idx="5"/>
            </p:cNvCxnSpPr>
            <p:nvPr/>
          </p:nvCxnSpPr>
          <p:spPr>
            <a:xfrm>
              <a:off x="1920329" y="2547214"/>
              <a:ext cx="73458" cy="1371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711B75F0-6AB8-2DF9-4A87-343CB92C2513}"/>
                  </a:ext>
                </a:extLst>
              </p:cNvPr>
              <p:cNvSpPr txBox="1"/>
              <p:nvPr/>
            </p:nvSpPr>
            <p:spPr>
              <a:xfrm>
                <a:off x="7968101" y="1012007"/>
                <a:ext cx="2054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711B75F0-6AB8-2DF9-4A87-343CB92C2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8101" y="1012007"/>
                <a:ext cx="205441" cy="276999"/>
              </a:xfrm>
              <a:prstGeom prst="rect">
                <a:avLst/>
              </a:prstGeom>
              <a:blipFill>
                <a:blip r:embed="rId30"/>
                <a:stretch>
                  <a:fillRect l="-23529" r="-23529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100C341B-2EFE-CE96-E5C7-9642CABFC22A}"/>
              </a:ext>
            </a:extLst>
          </p:cNvPr>
          <p:cNvCxnSpPr/>
          <p:nvPr/>
        </p:nvCxnSpPr>
        <p:spPr>
          <a:xfrm flipH="1">
            <a:off x="7781262" y="1090886"/>
            <a:ext cx="579120" cy="396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连接符: 曲线 180">
            <a:extLst>
              <a:ext uri="{FF2B5EF4-FFF2-40B4-BE49-F238E27FC236}">
                <a16:creationId xmlns:a16="http://schemas.microsoft.com/office/drawing/2014/main" id="{4B3BA107-F18D-0330-7663-613F3D5B740F}"/>
              </a:ext>
            </a:extLst>
          </p:cNvPr>
          <p:cNvCxnSpPr>
            <a:cxnSpLocks/>
            <a:stCxn id="590" idx="5"/>
            <a:endCxn id="635" idx="5"/>
          </p:cNvCxnSpPr>
          <p:nvPr/>
        </p:nvCxnSpPr>
        <p:spPr>
          <a:xfrm rot="5400000">
            <a:off x="8680674" y="1979605"/>
            <a:ext cx="108324" cy="190573"/>
          </a:xfrm>
          <a:prstGeom prst="curvedConnector3">
            <a:avLst>
              <a:gd name="adj1" fmla="val -156977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1" name="连接符: 曲线 190">
            <a:extLst>
              <a:ext uri="{FF2B5EF4-FFF2-40B4-BE49-F238E27FC236}">
                <a16:creationId xmlns:a16="http://schemas.microsoft.com/office/drawing/2014/main" id="{7F10F454-EC2B-F126-21F4-A1AC3859F0DA}"/>
              </a:ext>
            </a:extLst>
          </p:cNvPr>
          <p:cNvCxnSpPr>
            <a:cxnSpLocks/>
            <a:stCxn id="566" idx="5"/>
            <a:endCxn id="590" idx="5"/>
          </p:cNvCxnSpPr>
          <p:nvPr/>
        </p:nvCxnSpPr>
        <p:spPr>
          <a:xfrm rot="5400000">
            <a:off x="8880228" y="1874058"/>
            <a:ext cx="96566" cy="196777"/>
          </a:xfrm>
          <a:prstGeom prst="curvedConnector3">
            <a:avLst>
              <a:gd name="adj1" fmla="val -156703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6" name="连接符: 曲线 195">
            <a:extLst>
              <a:ext uri="{FF2B5EF4-FFF2-40B4-BE49-F238E27FC236}">
                <a16:creationId xmlns:a16="http://schemas.microsoft.com/office/drawing/2014/main" id="{F4A6E30D-C434-CFB0-4FD5-D648D25BFDB3}"/>
              </a:ext>
            </a:extLst>
          </p:cNvPr>
          <p:cNvCxnSpPr>
            <a:cxnSpLocks/>
            <a:stCxn id="589" idx="5"/>
            <a:endCxn id="634" idx="5"/>
          </p:cNvCxnSpPr>
          <p:nvPr/>
        </p:nvCxnSpPr>
        <p:spPr>
          <a:xfrm rot="5400000">
            <a:off x="8429102" y="1838869"/>
            <a:ext cx="108324" cy="190573"/>
          </a:xfrm>
          <a:prstGeom prst="curvedConnector3">
            <a:avLst>
              <a:gd name="adj1" fmla="val -171045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3" name="连接符: 曲线 302">
            <a:extLst>
              <a:ext uri="{FF2B5EF4-FFF2-40B4-BE49-F238E27FC236}">
                <a16:creationId xmlns:a16="http://schemas.microsoft.com/office/drawing/2014/main" id="{8D827980-CF7A-3343-046C-BA14DC590A41}"/>
              </a:ext>
            </a:extLst>
          </p:cNvPr>
          <p:cNvCxnSpPr>
            <a:cxnSpLocks/>
            <a:stCxn id="563" idx="0"/>
            <a:endCxn id="589" idx="7"/>
          </p:cNvCxnSpPr>
          <p:nvPr/>
        </p:nvCxnSpPr>
        <p:spPr>
          <a:xfrm rot="16200000" flipH="1" flipV="1">
            <a:off x="8609544" y="1687180"/>
            <a:ext cx="107762" cy="169749"/>
          </a:xfrm>
          <a:prstGeom prst="curvedConnector3">
            <a:avLst>
              <a:gd name="adj1" fmla="val -113138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8" name="矩形 307">
            <a:extLst>
              <a:ext uri="{FF2B5EF4-FFF2-40B4-BE49-F238E27FC236}">
                <a16:creationId xmlns:a16="http://schemas.microsoft.com/office/drawing/2014/main" id="{ED5D54A6-8D02-0BAF-1013-83D204059988}"/>
              </a:ext>
            </a:extLst>
          </p:cNvPr>
          <p:cNvSpPr/>
          <p:nvPr/>
        </p:nvSpPr>
        <p:spPr>
          <a:xfrm>
            <a:off x="10388973" y="2833022"/>
            <a:ext cx="330013" cy="3163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1" name="文本框 310">
                <a:extLst>
                  <a:ext uri="{FF2B5EF4-FFF2-40B4-BE49-F238E27FC236}">
                    <a16:creationId xmlns:a16="http://schemas.microsoft.com/office/drawing/2014/main" id="{F2269B3E-C426-CD03-2613-2EF00A5D71FE}"/>
                  </a:ext>
                </a:extLst>
              </p:cNvPr>
              <p:cNvSpPr txBox="1"/>
              <p:nvPr/>
            </p:nvSpPr>
            <p:spPr>
              <a:xfrm>
                <a:off x="10425000" y="2839559"/>
                <a:ext cx="25795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𝚪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311" name="文本框 310">
                <a:extLst>
                  <a:ext uri="{FF2B5EF4-FFF2-40B4-BE49-F238E27FC236}">
                    <a16:creationId xmlns:a16="http://schemas.microsoft.com/office/drawing/2014/main" id="{F2269B3E-C426-CD03-2613-2EF00A5D7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5000" y="2839559"/>
                <a:ext cx="257958" cy="276999"/>
              </a:xfrm>
              <a:prstGeom prst="rect">
                <a:avLst/>
              </a:prstGeom>
              <a:blipFill>
                <a:blip r:embed="rId31"/>
                <a:stretch>
                  <a:fillRect l="-4762" r="-11905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2" name="直接箭头连接符 311">
            <a:extLst>
              <a:ext uri="{FF2B5EF4-FFF2-40B4-BE49-F238E27FC236}">
                <a16:creationId xmlns:a16="http://schemas.microsoft.com/office/drawing/2014/main" id="{0EB7AAE8-6041-7A22-7CA1-5D777B540BBB}"/>
              </a:ext>
            </a:extLst>
          </p:cNvPr>
          <p:cNvCxnSpPr>
            <a:cxnSpLocks/>
            <a:stCxn id="308" idx="2"/>
            <a:endCxn id="571" idx="0"/>
          </p:cNvCxnSpPr>
          <p:nvPr/>
        </p:nvCxnSpPr>
        <p:spPr>
          <a:xfrm flipH="1">
            <a:off x="10548096" y="3149385"/>
            <a:ext cx="5884" cy="490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7" name="直接箭头连接符 316">
            <a:extLst>
              <a:ext uri="{FF2B5EF4-FFF2-40B4-BE49-F238E27FC236}">
                <a16:creationId xmlns:a16="http://schemas.microsoft.com/office/drawing/2014/main" id="{45A38406-34CA-D24C-8DEF-E1CF547CE93C}"/>
              </a:ext>
            </a:extLst>
          </p:cNvPr>
          <p:cNvCxnSpPr>
            <a:cxnSpLocks/>
            <a:stCxn id="61" idx="0"/>
            <a:endCxn id="571" idx="1"/>
          </p:cNvCxnSpPr>
          <p:nvPr/>
        </p:nvCxnSpPr>
        <p:spPr>
          <a:xfrm flipV="1">
            <a:off x="9792785" y="3778369"/>
            <a:ext cx="638243" cy="3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0" name="文本框 329">
                <a:extLst>
                  <a:ext uri="{FF2B5EF4-FFF2-40B4-BE49-F238E27FC236}">
                    <a16:creationId xmlns:a16="http://schemas.microsoft.com/office/drawing/2014/main" id="{38863050-0037-4D20-E51E-956EA48A6C3D}"/>
                  </a:ext>
                </a:extLst>
              </p:cNvPr>
              <p:cNvSpPr txBox="1"/>
              <p:nvPr/>
            </p:nvSpPr>
            <p:spPr>
              <a:xfrm>
                <a:off x="9851947" y="2585908"/>
                <a:ext cx="151689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𝑱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330" name="文本框 329">
                <a:extLst>
                  <a:ext uri="{FF2B5EF4-FFF2-40B4-BE49-F238E27FC236}">
                    <a16:creationId xmlns:a16="http://schemas.microsoft.com/office/drawing/2014/main" id="{38863050-0037-4D20-E51E-956EA48A6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1947" y="2585908"/>
                <a:ext cx="1516893" cy="184666"/>
              </a:xfrm>
              <a:prstGeom prst="rect">
                <a:avLst/>
              </a:prstGeom>
              <a:blipFill>
                <a:blip r:embed="rId32"/>
                <a:stretch>
                  <a:fillRect t="-3333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2" name="连接符: 曲线 331">
            <a:extLst>
              <a:ext uri="{FF2B5EF4-FFF2-40B4-BE49-F238E27FC236}">
                <a16:creationId xmlns:a16="http://schemas.microsoft.com/office/drawing/2014/main" id="{0C5FDBC5-12EB-1BF0-FC4F-E5FE815DB745}"/>
              </a:ext>
            </a:extLst>
          </p:cNvPr>
          <p:cNvCxnSpPr>
            <a:cxnSpLocks/>
            <a:stCxn id="330" idx="0"/>
          </p:cNvCxnSpPr>
          <p:nvPr/>
        </p:nvCxnSpPr>
        <p:spPr>
          <a:xfrm rot="16200000" flipV="1">
            <a:off x="9489802" y="1465316"/>
            <a:ext cx="744408" cy="1496776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连接符: 曲线 340">
            <a:extLst>
              <a:ext uri="{FF2B5EF4-FFF2-40B4-BE49-F238E27FC236}">
                <a16:creationId xmlns:a16="http://schemas.microsoft.com/office/drawing/2014/main" id="{CD442EC4-5BD4-D7F9-6D0A-B28A0A969EA5}"/>
              </a:ext>
            </a:extLst>
          </p:cNvPr>
          <p:cNvCxnSpPr>
            <a:cxnSpLocks/>
            <a:stCxn id="330" idx="0"/>
          </p:cNvCxnSpPr>
          <p:nvPr/>
        </p:nvCxnSpPr>
        <p:spPr>
          <a:xfrm rot="16200000" flipV="1">
            <a:off x="9310438" y="1285951"/>
            <a:ext cx="891681" cy="1708233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" name="文本框 346">
            <a:extLst>
              <a:ext uri="{FF2B5EF4-FFF2-40B4-BE49-F238E27FC236}">
                <a16:creationId xmlns:a16="http://schemas.microsoft.com/office/drawing/2014/main" id="{1FD6392F-FA5C-EDB9-C8CB-10FC0837BD04}"/>
              </a:ext>
            </a:extLst>
          </p:cNvPr>
          <p:cNvSpPr txBox="1"/>
          <p:nvPr/>
        </p:nvSpPr>
        <p:spPr>
          <a:xfrm>
            <a:off x="11729468" y="3496942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cs typeface="Times New Roman" panose="02020603050405020304" pitchFamily="18" charset="0"/>
              </a:rPr>
              <a:t>Reshape</a:t>
            </a:r>
            <a:endParaRPr lang="zh-CN" altLang="en-US" sz="12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8" name="文本框 347">
                <a:extLst>
                  <a:ext uri="{FF2B5EF4-FFF2-40B4-BE49-F238E27FC236}">
                    <a16:creationId xmlns:a16="http://schemas.microsoft.com/office/drawing/2014/main" id="{CC623378-F823-FB49-4ED0-962621F93541}"/>
                  </a:ext>
                </a:extLst>
              </p:cNvPr>
              <p:cNvSpPr txBox="1"/>
              <p:nvPr/>
            </p:nvSpPr>
            <p:spPr>
              <a:xfrm>
                <a:off x="12268212" y="3273096"/>
                <a:ext cx="151689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𝑱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348" name="文本框 347">
                <a:extLst>
                  <a:ext uri="{FF2B5EF4-FFF2-40B4-BE49-F238E27FC236}">
                    <a16:creationId xmlns:a16="http://schemas.microsoft.com/office/drawing/2014/main" id="{CC623378-F823-FB49-4ED0-962621F93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8212" y="3273096"/>
                <a:ext cx="1516893" cy="184666"/>
              </a:xfrm>
              <a:prstGeom prst="rect">
                <a:avLst/>
              </a:prstGeom>
              <a:blipFill>
                <a:blip r:embed="rId33"/>
                <a:stretch>
                  <a:fillRect t="-6667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9" name="矩形 348">
            <a:extLst>
              <a:ext uri="{FF2B5EF4-FFF2-40B4-BE49-F238E27FC236}">
                <a16:creationId xmlns:a16="http://schemas.microsoft.com/office/drawing/2014/main" id="{164ADF15-2E19-1010-538F-124CB60791FE}"/>
              </a:ext>
            </a:extLst>
          </p:cNvPr>
          <p:cNvSpPr/>
          <p:nvPr/>
        </p:nvSpPr>
        <p:spPr>
          <a:xfrm>
            <a:off x="12757303" y="3555439"/>
            <a:ext cx="505602" cy="48468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0" name="文本框 349">
                <a:extLst>
                  <a:ext uri="{FF2B5EF4-FFF2-40B4-BE49-F238E27FC236}">
                    <a16:creationId xmlns:a16="http://schemas.microsoft.com/office/drawing/2014/main" id="{D4BEBBE3-131C-CE99-D3FD-B4D28AFC1666}"/>
                  </a:ext>
                </a:extLst>
              </p:cNvPr>
              <p:cNvSpPr txBox="1"/>
              <p:nvPr/>
            </p:nvSpPr>
            <p:spPr>
              <a:xfrm>
                <a:off x="12791122" y="3628905"/>
                <a:ext cx="25795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1" i="1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350" name="文本框 349">
                <a:extLst>
                  <a:ext uri="{FF2B5EF4-FFF2-40B4-BE49-F238E27FC236}">
                    <a16:creationId xmlns:a16="http://schemas.microsoft.com/office/drawing/2014/main" id="{D4BEBBE3-131C-CE99-D3FD-B4D28AFC1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1122" y="3628905"/>
                <a:ext cx="257958" cy="276999"/>
              </a:xfrm>
              <a:prstGeom prst="rect">
                <a:avLst/>
              </a:prstGeom>
              <a:blipFill>
                <a:blip r:embed="rId34"/>
                <a:stretch>
                  <a:fillRect l="-30233" r="-8604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2" name="直接箭头连接符 351">
            <a:extLst>
              <a:ext uri="{FF2B5EF4-FFF2-40B4-BE49-F238E27FC236}">
                <a16:creationId xmlns:a16="http://schemas.microsoft.com/office/drawing/2014/main" id="{445DE77F-B4D1-DB72-D21A-E4E5B3F645ED}"/>
              </a:ext>
            </a:extLst>
          </p:cNvPr>
          <p:cNvCxnSpPr>
            <a:cxnSpLocks/>
            <a:stCxn id="349" idx="3"/>
            <a:endCxn id="115" idx="2"/>
          </p:cNvCxnSpPr>
          <p:nvPr/>
        </p:nvCxnSpPr>
        <p:spPr>
          <a:xfrm flipV="1">
            <a:off x="13262905" y="3791838"/>
            <a:ext cx="547508" cy="59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919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1932</TotalTime>
  <Words>136</Words>
  <Application>Microsoft Office PowerPoint</Application>
  <PresentationFormat>宽屏</PresentationFormat>
  <Paragraphs>59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霖芷萌 段</dc:creator>
  <cp:lastModifiedBy>霖芷萌 段</cp:lastModifiedBy>
  <cp:revision>28</cp:revision>
  <dcterms:created xsi:type="dcterms:W3CDTF">2025-12-25T06:22:27Z</dcterms:created>
  <dcterms:modified xsi:type="dcterms:W3CDTF">2026-01-09T15:45:56Z</dcterms:modified>
</cp:coreProperties>
</file>
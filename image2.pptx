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C6AD"/>
    <a:srgbClr val="FFFFFF"/>
    <a:srgbClr val="D1D1D1"/>
    <a:srgbClr val="E8E8E8"/>
    <a:srgbClr val="AEAEAE"/>
    <a:srgbClr val="404040"/>
    <a:srgbClr val="7F7F7F"/>
    <a:srgbClr val="000000"/>
    <a:srgbClr val="156082"/>
    <a:srgbClr val="437F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E8DB0-C376-4416-BC3A-D5EF57CCCD5F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CC3F1-6CAE-40D7-8870-8562D4203B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685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3A688-5C23-5165-8248-0C3742CE1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41BA5E-C58E-CF1E-5064-08AB7A8B2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807102-911F-B902-71C3-0C5C618EA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68A446-51E8-D6DC-D782-B8C2C05B9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CC3F1-6CAE-40D7-8870-8562D4203B6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354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70F212-8C65-759C-1E95-E0CF1CB15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99B0F5-4D0D-BB44-270E-A3EC38DD0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D855EC-8476-A354-F516-A06146136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2338EB-EE2C-E49E-74FB-8846DFDE3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98E996-39A4-7620-B5CA-312A720E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02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641B4C-E734-6791-3A39-B7983702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FC9A08-7693-CCD5-0866-FA8F6BA5C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D99CA9-667B-F8A7-991B-68E5DB614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828D47-EC7E-A79A-C860-9B1B7A4D3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546EF7-D40A-EBBA-BBFD-74DB4947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298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297A5C-3C68-8BFA-F7DA-7BCAF84D8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B396D8-B8B1-4117-B6CF-B660149E1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811645-05B5-2AE3-6B12-EF6E6DF4F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CE9DD7-B937-0652-53C1-B211713D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4005D4-FFF5-3100-5F97-0925EF992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253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9CA0B-5588-5089-95CC-7615E1E96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9B0DA3-29BA-A1C1-C2A5-F092FA711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9F357A-3120-77E6-BE96-567E510FD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2B2115-A256-51C3-F2BC-0F07DE4DA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416767-EFED-0B17-C06F-CC5EA2ED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6156F7-74A1-DC48-5C88-B1AFEDEF5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599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D081D6-5F5D-98E4-118B-A65581A16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F2C09E-0FF6-1504-B18B-9A505BC8A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A8EEB8-B8D7-D262-2036-138E1D90B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B00285-DED5-A0D1-260F-62B520DF05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8578B8-E639-EA32-C396-8207FC09A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AF1492-C544-8796-3DD6-5234D406D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A7AFBC-EC73-CD3C-C397-2270B6B2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5D27A1E-B6E3-F7C9-B2B6-07E8F77CE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358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F6341-9EE3-3307-601E-82F67156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3FB8CB3-713D-2E3B-CE0E-C0C403C5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EBCE30-4898-44FC-5AB0-D712C4D7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67EE9C-D43E-A581-446B-99C871317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66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38BDCD-6BBF-C60D-2F5D-6A498C3DA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FD5619-E013-96E1-A60D-D952E4DD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4719A7-3B82-7038-4C97-FC223164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573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37498-9ABE-3D4B-C8E4-7C15ED0D9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884A42-F256-F8EF-6908-F6F9C89CB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1EAF0B-21DB-D23D-739C-8CFD25E24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8C66CF-07DE-0359-559A-5E807429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4687D6-2649-394A-9AEF-A7CD7CA35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A951A3-D845-C30D-DD15-E4C0CDCB8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03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3AAA0-7774-E379-5E50-D46D7E5E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D62CAB-C553-7BE3-76C3-1527BA752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9BE9BE-7925-359A-3CBC-24658B2F4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D80D74-B6D4-46EE-091B-E0CE8F9D5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AA16D2-C0C1-EADF-07E6-B2B2F8C5C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AC4072-D74D-DD10-1209-53BEFC28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33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C31B96-4A9E-1B87-3BBE-C5F2FF4E0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DD6154-7B68-7ACC-5FFF-DF900312C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ECDB72-96B4-FA86-4B7B-A5818F769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54BBC0-EF93-2538-AE7D-773ECF8E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9708B3-6B3E-92C6-B6E3-57BCF1ED3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73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312820-8DC4-C1FC-757F-069EE028F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2FFFA4-6696-67ED-F5B0-2802EB5AD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B49A29-DA13-41B0-11C1-0DA0EB88A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81FA17-96F6-57A8-986F-9EF34E08C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1E9B59-709C-3A35-8E2A-31F6B589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049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BC2220-7534-2745-CF61-7BEF6398C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5FCC87-B5A3-B27C-B2D2-DAD03A886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617A03-C449-0998-B15D-EA5D7188D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F840B-1C83-482B-B7FF-88DEF8DF3EF4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71C0AC-1671-46E2-7239-FBDE36146B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F17602-AFC5-0F8C-7634-5CA89965C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73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7C738-B938-2906-E16C-C3C4D99F2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矩形 558">
            <a:extLst>
              <a:ext uri="{FF2B5EF4-FFF2-40B4-BE49-F238E27FC236}">
                <a16:creationId xmlns:a16="http://schemas.microsoft.com/office/drawing/2014/main" id="{BF223E9A-FDBC-3E8D-B870-479C55E345B3}"/>
              </a:ext>
            </a:extLst>
          </p:cNvPr>
          <p:cNvSpPr/>
          <p:nvPr/>
        </p:nvSpPr>
        <p:spPr>
          <a:xfrm>
            <a:off x="1692820" y="5323940"/>
            <a:ext cx="330013" cy="3163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0" name="文本框 559">
                <a:extLst>
                  <a:ext uri="{FF2B5EF4-FFF2-40B4-BE49-F238E27FC236}">
                    <a16:creationId xmlns:a16="http://schemas.microsoft.com/office/drawing/2014/main" id="{1BAC9987-71F5-7B9B-2A8E-0A591BCFB4DC}"/>
                  </a:ext>
                </a:extLst>
              </p:cNvPr>
              <p:cNvSpPr txBox="1"/>
              <p:nvPr/>
            </p:nvSpPr>
            <p:spPr>
              <a:xfrm>
                <a:off x="1728847" y="5330477"/>
                <a:ext cx="2579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560" name="文本框 559">
                <a:extLst>
                  <a:ext uri="{FF2B5EF4-FFF2-40B4-BE49-F238E27FC236}">
                    <a16:creationId xmlns:a16="http://schemas.microsoft.com/office/drawing/2014/main" id="{1BAC9987-71F5-7B9B-2A8E-0A591BCFB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847" y="5330477"/>
                <a:ext cx="257958" cy="276999"/>
              </a:xfrm>
              <a:prstGeom prst="rect">
                <a:avLst/>
              </a:prstGeom>
              <a:blipFill>
                <a:blip r:embed="rId3"/>
                <a:stretch>
                  <a:fillRect l="-14286" r="-11905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1" name="直接箭头连接符 560">
            <a:extLst>
              <a:ext uri="{FF2B5EF4-FFF2-40B4-BE49-F238E27FC236}">
                <a16:creationId xmlns:a16="http://schemas.microsoft.com/office/drawing/2014/main" id="{19701A4A-E582-9A21-9C87-3F00C345B53A}"/>
              </a:ext>
            </a:extLst>
          </p:cNvPr>
          <p:cNvCxnSpPr>
            <a:cxnSpLocks/>
            <a:stCxn id="559" idx="3"/>
            <a:endCxn id="721" idx="1"/>
          </p:cNvCxnSpPr>
          <p:nvPr/>
        </p:nvCxnSpPr>
        <p:spPr>
          <a:xfrm flipV="1">
            <a:off x="2022833" y="5480677"/>
            <a:ext cx="797433" cy="1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4" name="文本框 563">
            <a:extLst>
              <a:ext uri="{FF2B5EF4-FFF2-40B4-BE49-F238E27FC236}">
                <a16:creationId xmlns:a16="http://schemas.microsoft.com/office/drawing/2014/main" id="{8FF65413-09AE-B56E-DAE9-9701D714F538}"/>
              </a:ext>
            </a:extLst>
          </p:cNvPr>
          <p:cNvSpPr txBox="1"/>
          <p:nvPr/>
        </p:nvSpPr>
        <p:spPr>
          <a:xfrm>
            <a:off x="1932773" y="4377486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cs typeface="Times New Roman" panose="02020603050405020304" pitchFamily="18" charset="0"/>
              </a:rPr>
              <a:t>Reshape</a:t>
            </a:r>
            <a:endParaRPr lang="zh-CN" altLang="en-US" sz="1200" dirty="0">
              <a:cs typeface="Times New Roman" panose="02020603050405020304" pitchFamily="18" charset="0"/>
            </a:endParaRP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16770BEE-E92E-27ED-C812-6E26531B4BB7}"/>
              </a:ext>
            </a:extLst>
          </p:cNvPr>
          <p:cNvGrpSpPr/>
          <p:nvPr/>
        </p:nvGrpSpPr>
        <p:grpSpPr>
          <a:xfrm>
            <a:off x="527525" y="4491716"/>
            <a:ext cx="1153902" cy="1815084"/>
            <a:chOff x="1647063" y="880491"/>
            <a:chExt cx="1153902" cy="1815084"/>
          </a:xfrm>
          <a:solidFill>
            <a:schemeClr val="bg2"/>
          </a:solidFill>
        </p:grpSpPr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97D15825-EE87-BA3F-E2BF-D257018BD6CE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782C6825-B75D-2149-35BC-36256B36E030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E585DBF8-5194-02C8-B8F4-6D08757F1EA3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2C84894A-2EF2-0C09-B95E-374AFC207727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5DDF9B0E-B6F0-B0F5-2F2A-61212D3250B6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F7FC42B6-4299-F847-688E-060815AFCC73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FA493C32-67AC-6338-3F5E-5205343142A2}"/>
                </a:ext>
              </a:extLst>
            </p:cNvPr>
            <p:cNvSpPr/>
            <p:nvPr/>
          </p:nvSpPr>
          <p:spPr>
            <a:xfrm>
              <a:off x="2724516" y="148564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7" name="椭圆 576">
              <a:extLst>
                <a:ext uri="{FF2B5EF4-FFF2-40B4-BE49-F238E27FC236}">
                  <a16:creationId xmlns:a16="http://schemas.microsoft.com/office/drawing/2014/main" id="{4756E662-1626-FA82-6A1A-D16B1B15A424}"/>
                </a:ext>
              </a:extLst>
            </p:cNvPr>
            <p:cNvSpPr/>
            <p:nvPr/>
          </p:nvSpPr>
          <p:spPr>
            <a:xfrm>
              <a:off x="1954017" y="1808304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8" name="椭圆 577">
              <a:extLst>
                <a:ext uri="{FF2B5EF4-FFF2-40B4-BE49-F238E27FC236}">
                  <a16:creationId xmlns:a16="http://schemas.microsoft.com/office/drawing/2014/main" id="{5E661972-4F14-3DDD-AAA1-DF5FDA8AE8CA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3" name="椭圆 582">
              <a:extLst>
                <a:ext uri="{FF2B5EF4-FFF2-40B4-BE49-F238E27FC236}">
                  <a16:creationId xmlns:a16="http://schemas.microsoft.com/office/drawing/2014/main" id="{1313E46A-23C5-B7F7-02ED-8FFB7A9AA235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4" name="椭圆 603">
              <a:extLst>
                <a:ext uri="{FF2B5EF4-FFF2-40B4-BE49-F238E27FC236}">
                  <a16:creationId xmlns:a16="http://schemas.microsoft.com/office/drawing/2014/main" id="{C3246CAF-DE24-59B9-230A-DF0F911F47C5}"/>
                </a:ext>
              </a:extLst>
            </p:cNvPr>
            <p:cNvSpPr/>
            <p:nvPr/>
          </p:nvSpPr>
          <p:spPr>
            <a:xfrm>
              <a:off x="2309621" y="1765447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7" name="椭圆 626">
              <a:extLst>
                <a:ext uri="{FF2B5EF4-FFF2-40B4-BE49-F238E27FC236}">
                  <a16:creationId xmlns:a16="http://schemas.microsoft.com/office/drawing/2014/main" id="{BA308108-1A29-528E-823E-16A47AED38FF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8" name="椭圆 627">
              <a:extLst>
                <a:ext uri="{FF2B5EF4-FFF2-40B4-BE49-F238E27FC236}">
                  <a16:creationId xmlns:a16="http://schemas.microsoft.com/office/drawing/2014/main" id="{DB76173D-D598-943D-419F-DA02B5001B72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1" name="椭圆 630">
              <a:extLst>
                <a:ext uri="{FF2B5EF4-FFF2-40B4-BE49-F238E27FC236}">
                  <a16:creationId xmlns:a16="http://schemas.microsoft.com/office/drawing/2014/main" id="{6DA13035-76E8-F941-E70C-8B7F7FE015BD}"/>
                </a:ext>
              </a:extLst>
            </p:cNvPr>
            <p:cNvSpPr/>
            <p:nvPr/>
          </p:nvSpPr>
          <p:spPr>
            <a:xfrm>
              <a:off x="1928534" y="2619126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6" name="椭圆 635">
              <a:extLst>
                <a:ext uri="{FF2B5EF4-FFF2-40B4-BE49-F238E27FC236}">
                  <a16:creationId xmlns:a16="http://schemas.microsoft.com/office/drawing/2014/main" id="{DB075DA9-9ADD-A01B-5D53-F48C5C2D943C}"/>
                </a:ext>
              </a:extLst>
            </p:cNvPr>
            <p:cNvSpPr/>
            <p:nvPr/>
          </p:nvSpPr>
          <p:spPr>
            <a:xfrm>
              <a:off x="2603834" y="2542677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37" name="直接连接符 636">
              <a:extLst>
                <a:ext uri="{FF2B5EF4-FFF2-40B4-BE49-F238E27FC236}">
                  <a16:creationId xmlns:a16="http://schemas.microsoft.com/office/drawing/2014/main" id="{EE2EEC40-40AD-4AC0-D436-730321DF434E}"/>
                </a:ext>
              </a:extLst>
            </p:cNvPr>
            <p:cNvCxnSpPr>
              <a:cxnSpLocks/>
              <a:stCxn id="70" idx="3"/>
              <a:endCxn id="72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E4F649A3-0697-E9AD-FADE-7772CF3979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82621920-8FEA-BA79-3E30-65AAEBCB25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854DD8BE-67F6-F5D5-A054-0854D3AA342A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D151FC35-CF5A-5A21-2693-D4F956C2FE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3ECAF588-9740-44D0-F086-3B35C2B7CE60}"/>
                </a:ext>
              </a:extLst>
            </p:cNvPr>
            <p:cNvCxnSpPr>
              <a:cxnSpLocks/>
            </p:cNvCxnSpPr>
            <p:nvPr/>
          </p:nvCxnSpPr>
          <p:spPr>
            <a:xfrm>
              <a:off x="2514571" y="1387908"/>
              <a:ext cx="249762" cy="135522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9EB238C7-3DAA-9515-02D5-83C3AEFF00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5138" y="915916"/>
              <a:ext cx="154442" cy="926654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6B99A6F2-D79B-C4F1-6960-C122FB61ED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840157"/>
              <a:ext cx="21718" cy="352322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352126C3-BA50-45BE-E1AF-53C0A7B73C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26A1E7BC-B0F2-E38F-71E7-F255BD92002E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83400" cy="890457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C5A5DFFE-93CA-A7CA-40F1-82A743A4CFB0}"/>
                </a:ext>
              </a:extLst>
            </p:cNvPr>
            <p:cNvCxnSpPr>
              <a:cxnSpLocks/>
            </p:cNvCxnSpPr>
            <p:nvPr/>
          </p:nvCxnSpPr>
          <p:spPr>
            <a:xfrm>
              <a:off x="2347459" y="1806373"/>
              <a:ext cx="86874" cy="349909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78E7A3B9-F7A6-6F9E-1D4E-1646748FFAB2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D821AA4F-8C14-0AB7-FDD5-52272E998C38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132724" cy="26545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55E02682-6DFE-9270-3A19-2CB6DF40A747}"/>
                </a:ext>
              </a:extLst>
            </p:cNvPr>
            <p:cNvCxnSpPr>
              <a:cxnSpLocks/>
              <a:endCxn id="631" idx="5"/>
            </p:cNvCxnSpPr>
            <p:nvPr/>
          </p:nvCxnSpPr>
          <p:spPr>
            <a:xfrm>
              <a:off x="1920329" y="2547214"/>
              <a:ext cx="73458" cy="137166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9" name="组合 198">
            <a:extLst>
              <a:ext uri="{FF2B5EF4-FFF2-40B4-BE49-F238E27FC236}">
                <a16:creationId xmlns:a16="http://schemas.microsoft.com/office/drawing/2014/main" id="{84E92D1A-A401-7D40-528D-1B563130C555}"/>
              </a:ext>
            </a:extLst>
          </p:cNvPr>
          <p:cNvGrpSpPr/>
          <p:nvPr/>
        </p:nvGrpSpPr>
        <p:grpSpPr>
          <a:xfrm>
            <a:off x="330748" y="4588282"/>
            <a:ext cx="1153902" cy="1815084"/>
            <a:chOff x="1647063" y="880491"/>
            <a:chExt cx="1153902" cy="1815084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97" name="椭圆 296">
              <a:extLst>
                <a:ext uri="{FF2B5EF4-FFF2-40B4-BE49-F238E27FC236}">
                  <a16:creationId xmlns:a16="http://schemas.microsoft.com/office/drawing/2014/main" id="{45C7A760-BECE-32DF-A746-17563DDF47B7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1" name="椭圆 300">
              <a:extLst>
                <a:ext uri="{FF2B5EF4-FFF2-40B4-BE49-F238E27FC236}">
                  <a16:creationId xmlns:a16="http://schemas.microsoft.com/office/drawing/2014/main" id="{47922CBF-0345-8D81-D564-3CC401CA6EEC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2" name="椭圆 301">
              <a:extLst>
                <a:ext uri="{FF2B5EF4-FFF2-40B4-BE49-F238E27FC236}">
                  <a16:creationId xmlns:a16="http://schemas.microsoft.com/office/drawing/2014/main" id="{1D3A2531-D7F9-320F-F454-A982C5E83B4C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4" name="椭圆 303">
              <a:extLst>
                <a:ext uri="{FF2B5EF4-FFF2-40B4-BE49-F238E27FC236}">
                  <a16:creationId xmlns:a16="http://schemas.microsoft.com/office/drawing/2014/main" id="{62331067-4456-B1AA-50EC-E6E32CFDB705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6" name="椭圆 305">
              <a:extLst>
                <a:ext uri="{FF2B5EF4-FFF2-40B4-BE49-F238E27FC236}">
                  <a16:creationId xmlns:a16="http://schemas.microsoft.com/office/drawing/2014/main" id="{B6727E8F-6FB6-5CC9-721F-EEC45642360D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椭圆 306">
              <a:extLst>
                <a:ext uri="{FF2B5EF4-FFF2-40B4-BE49-F238E27FC236}">
                  <a16:creationId xmlns:a16="http://schemas.microsoft.com/office/drawing/2014/main" id="{FFDCC133-2A12-001D-9039-B3D324E87D6F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3" name="椭圆 312">
              <a:extLst>
                <a:ext uri="{FF2B5EF4-FFF2-40B4-BE49-F238E27FC236}">
                  <a16:creationId xmlns:a16="http://schemas.microsoft.com/office/drawing/2014/main" id="{D5C4D5A8-04A0-8C78-075D-E311EC8EB621}"/>
                </a:ext>
              </a:extLst>
            </p:cNvPr>
            <p:cNvSpPr/>
            <p:nvPr/>
          </p:nvSpPr>
          <p:spPr>
            <a:xfrm>
              <a:off x="2724516" y="148564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" name="椭圆 313">
              <a:extLst>
                <a:ext uri="{FF2B5EF4-FFF2-40B4-BE49-F238E27FC236}">
                  <a16:creationId xmlns:a16="http://schemas.microsoft.com/office/drawing/2014/main" id="{53440673-7AA1-43A3-1E7B-E52372EF1C4F}"/>
                </a:ext>
              </a:extLst>
            </p:cNvPr>
            <p:cNvSpPr/>
            <p:nvPr/>
          </p:nvSpPr>
          <p:spPr>
            <a:xfrm>
              <a:off x="1954017" y="1808304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5" name="椭圆 314">
              <a:extLst>
                <a:ext uri="{FF2B5EF4-FFF2-40B4-BE49-F238E27FC236}">
                  <a16:creationId xmlns:a16="http://schemas.microsoft.com/office/drawing/2014/main" id="{59C48052-607C-835C-9771-F93480E15BAA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0" name="椭圆 319">
              <a:extLst>
                <a:ext uri="{FF2B5EF4-FFF2-40B4-BE49-F238E27FC236}">
                  <a16:creationId xmlns:a16="http://schemas.microsoft.com/office/drawing/2014/main" id="{BB822D0A-47D7-CFCF-EC11-6652EB110BB1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1" name="椭圆 320">
              <a:extLst>
                <a:ext uri="{FF2B5EF4-FFF2-40B4-BE49-F238E27FC236}">
                  <a16:creationId xmlns:a16="http://schemas.microsoft.com/office/drawing/2014/main" id="{11087C35-B90F-BA0E-00B2-6FFD4F8BFFCB}"/>
                </a:ext>
              </a:extLst>
            </p:cNvPr>
            <p:cNvSpPr/>
            <p:nvPr/>
          </p:nvSpPr>
          <p:spPr>
            <a:xfrm>
              <a:off x="2309621" y="176544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2" name="椭圆 321">
              <a:extLst>
                <a:ext uri="{FF2B5EF4-FFF2-40B4-BE49-F238E27FC236}">
                  <a16:creationId xmlns:a16="http://schemas.microsoft.com/office/drawing/2014/main" id="{0D76C05E-4156-7492-65E4-47CD7402A170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3" name="椭圆 322">
              <a:extLst>
                <a:ext uri="{FF2B5EF4-FFF2-40B4-BE49-F238E27FC236}">
                  <a16:creationId xmlns:a16="http://schemas.microsoft.com/office/drawing/2014/main" id="{5E4DD7D8-C7DA-BDC9-013E-D06FDBBA7584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" name="椭圆 323">
              <a:extLst>
                <a:ext uri="{FF2B5EF4-FFF2-40B4-BE49-F238E27FC236}">
                  <a16:creationId xmlns:a16="http://schemas.microsoft.com/office/drawing/2014/main" id="{CA33C707-0A8C-F152-FE63-9059D2C3E29A}"/>
                </a:ext>
              </a:extLst>
            </p:cNvPr>
            <p:cNvSpPr/>
            <p:nvPr/>
          </p:nvSpPr>
          <p:spPr>
            <a:xfrm>
              <a:off x="1928534" y="261912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" name="椭圆 324">
              <a:extLst>
                <a:ext uri="{FF2B5EF4-FFF2-40B4-BE49-F238E27FC236}">
                  <a16:creationId xmlns:a16="http://schemas.microsoft.com/office/drawing/2014/main" id="{89E2D29F-0B68-FD5A-5CF3-EB06BB916E83}"/>
                </a:ext>
              </a:extLst>
            </p:cNvPr>
            <p:cNvSpPr/>
            <p:nvPr/>
          </p:nvSpPr>
          <p:spPr>
            <a:xfrm>
              <a:off x="2603834" y="254267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9FF949FA-F412-8B74-E62F-25E2335EBF4F}"/>
                </a:ext>
              </a:extLst>
            </p:cNvPr>
            <p:cNvCxnSpPr>
              <a:cxnSpLocks/>
              <a:stCxn id="297" idx="3"/>
              <a:endCxn id="301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连接符 326">
              <a:extLst>
                <a:ext uri="{FF2B5EF4-FFF2-40B4-BE49-F238E27FC236}">
                  <a16:creationId xmlns:a16="http://schemas.microsoft.com/office/drawing/2014/main" id="{A77D10F3-C877-6091-CCB2-EE57DF3C8E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id="{620EA36A-E362-3C76-77B0-05B6ECACD9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直接连接符 328">
              <a:extLst>
                <a:ext uri="{FF2B5EF4-FFF2-40B4-BE49-F238E27FC236}">
                  <a16:creationId xmlns:a16="http://schemas.microsoft.com/office/drawing/2014/main" id="{FDE7C821-E47B-E486-56F7-741402BF5D8D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直接连接符 330">
              <a:extLst>
                <a:ext uri="{FF2B5EF4-FFF2-40B4-BE49-F238E27FC236}">
                  <a16:creationId xmlns:a16="http://schemas.microsoft.com/office/drawing/2014/main" id="{C0B16827-B0F1-F4F8-6DA0-40F2F1508A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直接连接符 332">
              <a:extLst>
                <a:ext uri="{FF2B5EF4-FFF2-40B4-BE49-F238E27FC236}">
                  <a16:creationId xmlns:a16="http://schemas.microsoft.com/office/drawing/2014/main" id="{F350931A-AEF7-2EF3-E665-3A149050EE4E}"/>
                </a:ext>
              </a:extLst>
            </p:cNvPr>
            <p:cNvCxnSpPr>
              <a:cxnSpLocks/>
            </p:cNvCxnSpPr>
            <p:nvPr/>
          </p:nvCxnSpPr>
          <p:spPr>
            <a:xfrm>
              <a:off x="2514571" y="1387908"/>
              <a:ext cx="249762" cy="135522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接连接符 333">
              <a:extLst>
                <a:ext uri="{FF2B5EF4-FFF2-40B4-BE49-F238E27FC236}">
                  <a16:creationId xmlns:a16="http://schemas.microsoft.com/office/drawing/2014/main" id="{D9D85B82-A76A-C29B-C053-08343E8B6D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5138" y="915916"/>
              <a:ext cx="154442" cy="926654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接连接符 334">
              <a:extLst>
                <a:ext uri="{FF2B5EF4-FFF2-40B4-BE49-F238E27FC236}">
                  <a16:creationId xmlns:a16="http://schemas.microsoft.com/office/drawing/2014/main" id="{F4C6833F-E67D-D72D-BE3B-EDB2F99091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840157"/>
              <a:ext cx="21718" cy="352322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直接连接符 335">
              <a:extLst>
                <a:ext uri="{FF2B5EF4-FFF2-40B4-BE49-F238E27FC236}">
                  <a16:creationId xmlns:a16="http://schemas.microsoft.com/office/drawing/2014/main" id="{9101ACEF-B5EA-3C49-FD52-9C596186C7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直接连接符 337">
              <a:extLst>
                <a:ext uri="{FF2B5EF4-FFF2-40B4-BE49-F238E27FC236}">
                  <a16:creationId xmlns:a16="http://schemas.microsoft.com/office/drawing/2014/main" id="{8117102E-2331-6C99-B63C-04EE309102A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83400" cy="890457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直接连接符 338">
              <a:extLst>
                <a:ext uri="{FF2B5EF4-FFF2-40B4-BE49-F238E27FC236}">
                  <a16:creationId xmlns:a16="http://schemas.microsoft.com/office/drawing/2014/main" id="{3F85A1BB-A0AD-55EC-86D0-905BEB51BBED}"/>
                </a:ext>
              </a:extLst>
            </p:cNvPr>
            <p:cNvCxnSpPr>
              <a:cxnSpLocks/>
            </p:cNvCxnSpPr>
            <p:nvPr/>
          </p:nvCxnSpPr>
          <p:spPr>
            <a:xfrm>
              <a:off x="2347459" y="1806373"/>
              <a:ext cx="86874" cy="349909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直接连接符 339">
              <a:extLst>
                <a:ext uri="{FF2B5EF4-FFF2-40B4-BE49-F238E27FC236}">
                  <a16:creationId xmlns:a16="http://schemas.microsoft.com/office/drawing/2014/main" id="{0DE1C83E-3E20-8D2B-6BFE-E70FA705E11C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直接连接符 341">
              <a:extLst>
                <a:ext uri="{FF2B5EF4-FFF2-40B4-BE49-F238E27FC236}">
                  <a16:creationId xmlns:a16="http://schemas.microsoft.com/office/drawing/2014/main" id="{749BACC5-BDF2-A50E-5199-5A712957CCEB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132724" cy="26545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直接连接符 342">
              <a:extLst>
                <a:ext uri="{FF2B5EF4-FFF2-40B4-BE49-F238E27FC236}">
                  <a16:creationId xmlns:a16="http://schemas.microsoft.com/office/drawing/2014/main" id="{A4E92491-E402-AD95-3DC0-CECF3AAD6DA0}"/>
                </a:ext>
              </a:extLst>
            </p:cNvPr>
            <p:cNvCxnSpPr>
              <a:cxnSpLocks/>
              <a:endCxn id="324" idx="5"/>
            </p:cNvCxnSpPr>
            <p:nvPr/>
          </p:nvCxnSpPr>
          <p:spPr>
            <a:xfrm>
              <a:off x="1920329" y="2547214"/>
              <a:ext cx="73458" cy="137166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4" name="组合 343">
            <a:extLst>
              <a:ext uri="{FF2B5EF4-FFF2-40B4-BE49-F238E27FC236}">
                <a16:creationId xmlns:a16="http://schemas.microsoft.com/office/drawing/2014/main" id="{BDE98BCF-FF8B-D8F1-7B6E-63F94F1C476B}"/>
              </a:ext>
            </a:extLst>
          </p:cNvPr>
          <p:cNvGrpSpPr/>
          <p:nvPr/>
        </p:nvGrpSpPr>
        <p:grpSpPr>
          <a:xfrm>
            <a:off x="140175" y="4696606"/>
            <a:ext cx="1153902" cy="1815084"/>
            <a:chOff x="1647063" y="880491"/>
            <a:chExt cx="1153902" cy="1815084"/>
          </a:xfrm>
        </p:grpSpPr>
        <p:sp>
          <p:nvSpPr>
            <p:cNvPr id="345" name="椭圆 344">
              <a:extLst>
                <a:ext uri="{FF2B5EF4-FFF2-40B4-BE49-F238E27FC236}">
                  <a16:creationId xmlns:a16="http://schemas.microsoft.com/office/drawing/2014/main" id="{AF002E2C-C746-AC80-ADBF-071B47A01E0B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6" name="椭圆 345">
              <a:extLst>
                <a:ext uri="{FF2B5EF4-FFF2-40B4-BE49-F238E27FC236}">
                  <a16:creationId xmlns:a16="http://schemas.microsoft.com/office/drawing/2014/main" id="{E957BCB5-EAC8-E21E-AA70-5482D7117065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1" name="椭圆 350">
              <a:extLst>
                <a:ext uri="{FF2B5EF4-FFF2-40B4-BE49-F238E27FC236}">
                  <a16:creationId xmlns:a16="http://schemas.microsoft.com/office/drawing/2014/main" id="{D385DF05-5B58-DE1A-0DB5-5A1E40A09AE0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3" name="椭圆 352">
              <a:extLst>
                <a:ext uri="{FF2B5EF4-FFF2-40B4-BE49-F238E27FC236}">
                  <a16:creationId xmlns:a16="http://schemas.microsoft.com/office/drawing/2014/main" id="{69954D05-E92C-CADB-5C04-7E0B32D69CBD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4" name="椭圆 353">
              <a:extLst>
                <a:ext uri="{FF2B5EF4-FFF2-40B4-BE49-F238E27FC236}">
                  <a16:creationId xmlns:a16="http://schemas.microsoft.com/office/drawing/2014/main" id="{AD1159A3-3E27-CA7E-01CB-FE7F587197B9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5" name="椭圆 354">
              <a:extLst>
                <a:ext uri="{FF2B5EF4-FFF2-40B4-BE49-F238E27FC236}">
                  <a16:creationId xmlns:a16="http://schemas.microsoft.com/office/drawing/2014/main" id="{4E8CF7EC-873F-EF50-13FF-3E22EBC18BC8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6" name="椭圆 355">
              <a:extLst>
                <a:ext uri="{FF2B5EF4-FFF2-40B4-BE49-F238E27FC236}">
                  <a16:creationId xmlns:a16="http://schemas.microsoft.com/office/drawing/2014/main" id="{030C06E0-1A7E-D842-594F-A9938DE268BD}"/>
                </a:ext>
              </a:extLst>
            </p:cNvPr>
            <p:cNvSpPr/>
            <p:nvPr/>
          </p:nvSpPr>
          <p:spPr>
            <a:xfrm>
              <a:off x="2724516" y="148564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7" name="椭圆 356">
              <a:extLst>
                <a:ext uri="{FF2B5EF4-FFF2-40B4-BE49-F238E27FC236}">
                  <a16:creationId xmlns:a16="http://schemas.microsoft.com/office/drawing/2014/main" id="{AC52689B-52F2-73DF-9BE3-902CC21CFD35}"/>
                </a:ext>
              </a:extLst>
            </p:cNvPr>
            <p:cNvSpPr/>
            <p:nvPr/>
          </p:nvSpPr>
          <p:spPr>
            <a:xfrm>
              <a:off x="1954017" y="1808304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8" name="椭圆 357">
              <a:extLst>
                <a:ext uri="{FF2B5EF4-FFF2-40B4-BE49-F238E27FC236}">
                  <a16:creationId xmlns:a16="http://schemas.microsoft.com/office/drawing/2014/main" id="{320D4A2F-C25B-E7AF-8C64-C2EFD29BC09F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9" name="椭圆 358">
              <a:extLst>
                <a:ext uri="{FF2B5EF4-FFF2-40B4-BE49-F238E27FC236}">
                  <a16:creationId xmlns:a16="http://schemas.microsoft.com/office/drawing/2014/main" id="{4F2282FE-87BE-B8BA-8A5C-2C41A9FE48FE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0" name="椭圆 359">
              <a:extLst>
                <a:ext uri="{FF2B5EF4-FFF2-40B4-BE49-F238E27FC236}">
                  <a16:creationId xmlns:a16="http://schemas.microsoft.com/office/drawing/2014/main" id="{D6B44872-86FD-6613-CB83-0420B147E285}"/>
                </a:ext>
              </a:extLst>
            </p:cNvPr>
            <p:cNvSpPr/>
            <p:nvPr/>
          </p:nvSpPr>
          <p:spPr>
            <a:xfrm>
              <a:off x="2309621" y="1765447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3AAF7D14-8D18-CEBB-C977-C4FAA0321663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2" name="椭圆 361">
              <a:extLst>
                <a:ext uri="{FF2B5EF4-FFF2-40B4-BE49-F238E27FC236}">
                  <a16:creationId xmlns:a16="http://schemas.microsoft.com/office/drawing/2014/main" id="{FAF6C797-41C7-FA43-5595-C713DEDB714D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39D2C5A3-34C5-846B-62A1-4D02E8804662}"/>
                </a:ext>
              </a:extLst>
            </p:cNvPr>
            <p:cNvSpPr/>
            <p:nvPr/>
          </p:nvSpPr>
          <p:spPr>
            <a:xfrm>
              <a:off x="1928534" y="2619126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4" name="椭圆 363">
              <a:extLst>
                <a:ext uri="{FF2B5EF4-FFF2-40B4-BE49-F238E27FC236}">
                  <a16:creationId xmlns:a16="http://schemas.microsoft.com/office/drawing/2014/main" id="{EE9142D1-D8AB-8032-4EEE-3BBC85348FCA}"/>
                </a:ext>
              </a:extLst>
            </p:cNvPr>
            <p:cNvSpPr/>
            <p:nvPr/>
          </p:nvSpPr>
          <p:spPr>
            <a:xfrm>
              <a:off x="2603834" y="2542677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DB0D02DA-43E8-86D4-517F-5A6C81D99C06}"/>
                </a:ext>
              </a:extLst>
            </p:cNvPr>
            <p:cNvCxnSpPr>
              <a:cxnSpLocks/>
              <a:stCxn id="345" idx="3"/>
              <a:endCxn id="346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780B3B47-3331-8714-7C10-9D8A283898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7E1C7F07-ADBF-6D1A-B481-543FB7D169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直接连接符 367">
              <a:extLst>
                <a:ext uri="{FF2B5EF4-FFF2-40B4-BE49-F238E27FC236}">
                  <a16:creationId xmlns:a16="http://schemas.microsoft.com/office/drawing/2014/main" id="{B075CC02-C849-C4C5-64BD-9716FC38B869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直接连接符 368">
              <a:extLst>
                <a:ext uri="{FF2B5EF4-FFF2-40B4-BE49-F238E27FC236}">
                  <a16:creationId xmlns:a16="http://schemas.microsoft.com/office/drawing/2014/main" id="{7E72FC33-5864-A8CE-C809-33BA1D17A5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直接连接符 369">
              <a:extLst>
                <a:ext uri="{FF2B5EF4-FFF2-40B4-BE49-F238E27FC236}">
                  <a16:creationId xmlns:a16="http://schemas.microsoft.com/office/drawing/2014/main" id="{55DC1126-1825-998D-0C7C-D685AAAA509C}"/>
                </a:ext>
              </a:extLst>
            </p:cNvPr>
            <p:cNvCxnSpPr>
              <a:cxnSpLocks/>
            </p:cNvCxnSpPr>
            <p:nvPr/>
          </p:nvCxnSpPr>
          <p:spPr>
            <a:xfrm>
              <a:off x="2514571" y="1387908"/>
              <a:ext cx="249762" cy="1355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直接连接符 370">
              <a:extLst>
                <a:ext uri="{FF2B5EF4-FFF2-40B4-BE49-F238E27FC236}">
                  <a16:creationId xmlns:a16="http://schemas.microsoft.com/office/drawing/2014/main" id="{1F3E5A61-4C04-0DBC-6AD6-EC833651F3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5138" y="915916"/>
              <a:ext cx="154442" cy="9266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直接连接符 371">
              <a:extLst>
                <a:ext uri="{FF2B5EF4-FFF2-40B4-BE49-F238E27FC236}">
                  <a16:creationId xmlns:a16="http://schemas.microsoft.com/office/drawing/2014/main" id="{54107AEA-B2BE-088E-8326-C6711E1511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840157"/>
              <a:ext cx="21718" cy="3523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直接连接符 372">
              <a:extLst>
                <a:ext uri="{FF2B5EF4-FFF2-40B4-BE49-F238E27FC236}">
                  <a16:creationId xmlns:a16="http://schemas.microsoft.com/office/drawing/2014/main" id="{96C83000-1F57-E0A4-E31B-D747D36149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直接连接符 373">
              <a:extLst>
                <a:ext uri="{FF2B5EF4-FFF2-40B4-BE49-F238E27FC236}">
                  <a16:creationId xmlns:a16="http://schemas.microsoft.com/office/drawing/2014/main" id="{B0AED1AD-61D3-4AA0-8728-EB62149C256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83400" cy="890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直接连接符 374">
              <a:extLst>
                <a:ext uri="{FF2B5EF4-FFF2-40B4-BE49-F238E27FC236}">
                  <a16:creationId xmlns:a16="http://schemas.microsoft.com/office/drawing/2014/main" id="{29DE1B5D-9733-0337-712E-5AA0CDEA444C}"/>
                </a:ext>
              </a:extLst>
            </p:cNvPr>
            <p:cNvCxnSpPr>
              <a:cxnSpLocks/>
            </p:cNvCxnSpPr>
            <p:nvPr/>
          </p:nvCxnSpPr>
          <p:spPr>
            <a:xfrm>
              <a:off x="2347459" y="1806373"/>
              <a:ext cx="86874" cy="349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直接连接符 375">
              <a:extLst>
                <a:ext uri="{FF2B5EF4-FFF2-40B4-BE49-F238E27FC236}">
                  <a16:creationId xmlns:a16="http://schemas.microsoft.com/office/drawing/2014/main" id="{193FE9B5-370E-B9FD-7C58-150079A7DCFD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直接连接符 376">
              <a:extLst>
                <a:ext uri="{FF2B5EF4-FFF2-40B4-BE49-F238E27FC236}">
                  <a16:creationId xmlns:a16="http://schemas.microsoft.com/office/drawing/2014/main" id="{C3B9BD4D-A245-7D1E-E5BD-D40A580BD306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132724" cy="265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直接连接符 377">
              <a:extLst>
                <a:ext uri="{FF2B5EF4-FFF2-40B4-BE49-F238E27FC236}">
                  <a16:creationId xmlns:a16="http://schemas.microsoft.com/office/drawing/2014/main" id="{7F1671E7-F8FB-D28B-A750-54EE44CB3960}"/>
                </a:ext>
              </a:extLst>
            </p:cNvPr>
            <p:cNvCxnSpPr>
              <a:cxnSpLocks/>
              <a:endCxn id="363" idx="5"/>
            </p:cNvCxnSpPr>
            <p:nvPr/>
          </p:nvCxnSpPr>
          <p:spPr>
            <a:xfrm>
              <a:off x="1920329" y="2547214"/>
              <a:ext cx="73458" cy="1371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9" name="文本框 378">
                <a:extLst>
                  <a:ext uri="{FF2B5EF4-FFF2-40B4-BE49-F238E27FC236}">
                    <a16:creationId xmlns:a16="http://schemas.microsoft.com/office/drawing/2014/main" id="{57717969-71D9-7BAE-5CAE-455CFFEE572D}"/>
                  </a:ext>
                </a:extLst>
              </p:cNvPr>
              <p:cNvSpPr txBox="1"/>
              <p:nvPr/>
            </p:nvSpPr>
            <p:spPr>
              <a:xfrm>
                <a:off x="611433" y="4249963"/>
                <a:ext cx="2054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79" name="文本框 378">
                <a:extLst>
                  <a:ext uri="{FF2B5EF4-FFF2-40B4-BE49-F238E27FC236}">
                    <a16:creationId xmlns:a16="http://schemas.microsoft.com/office/drawing/2014/main" id="{57717969-71D9-7BAE-5CAE-455CFFEE5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433" y="4249963"/>
                <a:ext cx="205441" cy="276999"/>
              </a:xfrm>
              <a:prstGeom prst="rect">
                <a:avLst/>
              </a:prstGeom>
              <a:blipFill>
                <a:blip r:embed="rId4"/>
                <a:stretch>
                  <a:fillRect l="-23529" r="-23529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0" name="直接箭头连接符 379">
            <a:extLst>
              <a:ext uri="{FF2B5EF4-FFF2-40B4-BE49-F238E27FC236}">
                <a16:creationId xmlns:a16="http://schemas.microsoft.com/office/drawing/2014/main" id="{586F0C5F-8074-A3CE-0E5E-52539F74FE0C}"/>
              </a:ext>
            </a:extLst>
          </p:cNvPr>
          <p:cNvCxnSpPr/>
          <p:nvPr/>
        </p:nvCxnSpPr>
        <p:spPr>
          <a:xfrm flipH="1">
            <a:off x="424594" y="4328842"/>
            <a:ext cx="579120" cy="396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1" name="文本框 380">
                <a:extLst>
                  <a:ext uri="{FF2B5EF4-FFF2-40B4-BE49-F238E27FC236}">
                    <a16:creationId xmlns:a16="http://schemas.microsoft.com/office/drawing/2014/main" id="{4C6C0919-17DB-2CBE-4150-7A574587EA10}"/>
                  </a:ext>
                </a:extLst>
              </p:cNvPr>
              <p:cNvSpPr txBox="1"/>
              <p:nvPr/>
            </p:nvSpPr>
            <p:spPr>
              <a:xfrm>
                <a:off x="58427" y="6514842"/>
                <a:ext cx="151689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381" name="文本框 380">
                <a:extLst>
                  <a:ext uri="{FF2B5EF4-FFF2-40B4-BE49-F238E27FC236}">
                    <a16:creationId xmlns:a16="http://schemas.microsoft.com/office/drawing/2014/main" id="{4C6C0919-17DB-2CBE-4150-7A574587E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7" y="6514842"/>
                <a:ext cx="1516893" cy="184666"/>
              </a:xfrm>
              <a:prstGeom prst="rect">
                <a:avLst/>
              </a:prstGeom>
              <a:blipFill>
                <a:blip r:embed="rId5"/>
                <a:stretch>
                  <a:fillRect t="-6667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2" name="文本框 381">
                <a:extLst>
                  <a:ext uri="{FF2B5EF4-FFF2-40B4-BE49-F238E27FC236}">
                    <a16:creationId xmlns:a16="http://schemas.microsoft.com/office/drawing/2014/main" id="{AA294B85-0268-FDC0-CAF6-46225C278564}"/>
                  </a:ext>
                </a:extLst>
              </p:cNvPr>
              <p:cNvSpPr txBox="1"/>
              <p:nvPr/>
            </p:nvSpPr>
            <p:spPr>
              <a:xfrm>
                <a:off x="2211626" y="4219945"/>
                <a:ext cx="151689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382" name="文本框 381">
                <a:extLst>
                  <a:ext uri="{FF2B5EF4-FFF2-40B4-BE49-F238E27FC236}">
                    <a16:creationId xmlns:a16="http://schemas.microsoft.com/office/drawing/2014/main" id="{AA294B85-0268-FDC0-CAF6-46225C278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626" y="4219945"/>
                <a:ext cx="1516893" cy="184666"/>
              </a:xfrm>
              <a:prstGeom prst="rect">
                <a:avLst/>
              </a:prstGeom>
              <a:blipFill>
                <a:blip r:embed="rId6"/>
                <a:stretch>
                  <a:fillRect t="-3226" b="-35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3" name="矩形: 圆角 382">
                <a:extLst>
                  <a:ext uri="{FF2B5EF4-FFF2-40B4-BE49-F238E27FC236}">
                    <a16:creationId xmlns:a16="http://schemas.microsoft.com/office/drawing/2014/main" id="{F85A8D15-828E-6FF3-08F0-ACBF301104E4}"/>
                  </a:ext>
                </a:extLst>
              </p:cNvPr>
              <p:cNvSpPr/>
              <p:nvPr/>
            </p:nvSpPr>
            <p:spPr>
              <a:xfrm>
                <a:off x="5349410" y="4301257"/>
                <a:ext cx="1930754" cy="702121"/>
              </a:xfrm>
              <a:prstGeom prst="roundRect">
                <a:avLst/>
              </a:prstGeom>
              <a:solidFill>
                <a:srgbClr val="F6C6A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𝑴𝑳𝑷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𝒃𝒂𝒔𝒆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83" name="矩形: 圆角 382">
                <a:extLst>
                  <a:ext uri="{FF2B5EF4-FFF2-40B4-BE49-F238E27FC236}">
                    <a16:creationId xmlns:a16="http://schemas.microsoft.com/office/drawing/2014/main" id="{F85A8D15-828E-6FF3-08F0-ACBF301104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410" y="4301257"/>
                <a:ext cx="1930754" cy="702121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2" name="矩形: 圆角 641">
                <a:extLst>
                  <a:ext uri="{FF2B5EF4-FFF2-40B4-BE49-F238E27FC236}">
                    <a16:creationId xmlns:a16="http://schemas.microsoft.com/office/drawing/2014/main" id="{D0F659E1-4AF6-0247-A0E3-0F3A4CE24174}"/>
                  </a:ext>
                </a:extLst>
              </p:cNvPr>
              <p:cNvSpPr/>
              <p:nvPr/>
            </p:nvSpPr>
            <p:spPr>
              <a:xfrm>
                <a:off x="5349410" y="5147129"/>
                <a:ext cx="1941957" cy="702121"/>
              </a:xfrm>
              <a:prstGeom prst="roundRect">
                <a:avLst/>
              </a:prstGeom>
              <a:solidFill>
                <a:srgbClr val="F6C6A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𝑴𝑳𝑷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𝒔𝒕𝒓𝒖𝒄𝒕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42" name="矩形: 圆角 641">
                <a:extLst>
                  <a:ext uri="{FF2B5EF4-FFF2-40B4-BE49-F238E27FC236}">
                    <a16:creationId xmlns:a16="http://schemas.microsoft.com/office/drawing/2014/main" id="{D0F659E1-4AF6-0247-A0E3-0F3A4CE241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410" y="5147129"/>
                <a:ext cx="1941957" cy="702121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8" name="文本框 657">
            <a:extLst>
              <a:ext uri="{FF2B5EF4-FFF2-40B4-BE49-F238E27FC236}">
                <a16:creationId xmlns:a16="http://schemas.microsoft.com/office/drawing/2014/main" id="{734E3541-7115-7F3E-F742-883C79250B16}"/>
              </a:ext>
            </a:extLst>
          </p:cNvPr>
          <p:cNvSpPr txBox="1"/>
          <p:nvPr/>
        </p:nvSpPr>
        <p:spPr>
          <a:xfrm>
            <a:off x="2097946" y="5229203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cs typeface="Times New Roman" panose="02020603050405020304" pitchFamily="18" charset="0"/>
              </a:rPr>
              <a:t>Mean</a:t>
            </a:r>
            <a:endParaRPr lang="zh-CN" altLang="en-US" sz="1200" dirty="0">
              <a:cs typeface="Times New Roman" panose="02020603050405020304" pitchFamily="18" charset="0"/>
            </a:endParaRPr>
          </a:p>
        </p:txBody>
      </p:sp>
      <p:sp>
        <p:nvSpPr>
          <p:cNvPr id="661" name="椭圆 660">
            <a:extLst>
              <a:ext uri="{FF2B5EF4-FFF2-40B4-BE49-F238E27FC236}">
                <a16:creationId xmlns:a16="http://schemas.microsoft.com/office/drawing/2014/main" id="{1016F175-EC3D-3B60-97DE-11E7FB12FE85}"/>
              </a:ext>
            </a:extLst>
          </p:cNvPr>
          <p:cNvSpPr/>
          <p:nvPr/>
        </p:nvSpPr>
        <p:spPr>
          <a:xfrm>
            <a:off x="3572341" y="5380499"/>
            <a:ext cx="234137" cy="2341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2" name="文本框 661">
                <a:extLst>
                  <a:ext uri="{FF2B5EF4-FFF2-40B4-BE49-F238E27FC236}">
                    <a16:creationId xmlns:a16="http://schemas.microsoft.com/office/drawing/2014/main" id="{714AD201-049E-5D30-698E-FD33C3B6BEEB}"/>
                  </a:ext>
                </a:extLst>
              </p:cNvPr>
              <p:cNvSpPr txBox="1"/>
              <p:nvPr/>
            </p:nvSpPr>
            <p:spPr>
              <a:xfrm>
                <a:off x="3574541" y="5348703"/>
                <a:ext cx="2341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662" name="文本框 661">
                <a:extLst>
                  <a:ext uri="{FF2B5EF4-FFF2-40B4-BE49-F238E27FC236}">
                    <a16:creationId xmlns:a16="http://schemas.microsoft.com/office/drawing/2014/main" id="{714AD201-049E-5D30-698E-FD33C3B6B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541" y="5348703"/>
                <a:ext cx="234136" cy="276999"/>
              </a:xfrm>
              <a:prstGeom prst="rect">
                <a:avLst/>
              </a:prstGeom>
              <a:blipFill>
                <a:blip r:embed="rId9"/>
                <a:stretch>
                  <a:fillRect l="-2564" r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3" name="直接箭头连接符 662">
            <a:extLst>
              <a:ext uri="{FF2B5EF4-FFF2-40B4-BE49-F238E27FC236}">
                <a16:creationId xmlns:a16="http://schemas.microsoft.com/office/drawing/2014/main" id="{F7E79509-B119-B687-6C33-0029D0AFEEE1}"/>
              </a:ext>
            </a:extLst>
          </p:cNvPr>
          <p:cNvCxnSpPr>
            <a:cxnSpLocks/>
            <a:endCxn id="662" idx="1"/>
          </p:cNvCxnSpPr>
          <p:nvPr/>
        </p:nvCxnSpPr>
        <p:spPr>
          <a:xfrm flipV="1">
            <a:off x="2666577" y="5487203"/>
            <a:ext cx="907964" cy="1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0" name="矩形 669">
            <a:extLst>
              <a:ext uri="{FF2B5EF4-FFF2-40B4-BE49-F238E27FC236}">
                <a16:creationId xmlns:a16="http://schemas.microsoft.com/office/drawing/2014/main" id="{32725E4F-18DE-E0B2-1CD7-3BD94575E84B}"/>
              </a:ext>
            </a:extLst>
          </p:cNvPr>
          <p:cNvSpPr/>
          <p:nvPr/>
        </p:nvSpPr>
        <p:spPr>
          <a:xfrm>
            <a:off x="4486082" y="5341226"/>
            <a:ext cx="345456" cy="3163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1" name="文本框 670">
                <a:extLst>
                  <a:ext uri="{FF2B5EF4-FFF2-40B4-BE49-F238E27FC236}">
                    <a16:creationId xmlns:a16="http://schemas.microsoft.com/office/drawing/2014/main" id="{ED57027B-B30B-1F4D-4C6B-1318483AAB4E}"/>
                  </a:ext>
                </a:extLst>
              </p:cNvPr>
              <p:cNvSpPr txBox="1"/>
              <p:nvPr/>
            </p:nvSpPr>
            <p:spPr>
              <a:xfrm>
                <a:off x="4495749" y="5360857"/>
                <a:ext cx="32223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𝚫</m:t>
                      </m:r>
                      <m:acc>
                        <m:accPr>
                          <m:chr m:val="̅"/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acc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671" name="文本框 670">
                <a:extLst>
                  <a:ext uri="{FF2B5EF4-FFF2-40B4-BE49-F238E27FC236}">
                    <a16:creationId xmlns:a16="http://schemas.microsoft.com/office/drawing/2014/main" id="{ED57027B-B30B-1F4D-4C6B-1318483AA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749" y="5360857"/>
                <a:ext cx="322232" cy="276999"/>
              </a:xfrm>
              <a:prstGeom prst="rect">
                <a:avLst/>
              </a:prstGeom>
              <a:blipFill>
                <a:blip r:embed="rId10"/>
                <a:stretch>
                  <a:fillRect l="-22642" t="-4348" r="-62264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2" name="直接箭头连接符 671">
            <a:extLst>
              <a:ext uri="{FF2B5EF4-FFF2-40B4-BE49-F238E27FC236}">
                <a16:creationId xmlns:a16="http://schemas.microsoft.com/office/drawing/2014/main" id="{E16ECF26-55C2-F79D-1ABC-06656ED25EF0}"/>
              </a:ext>
            </a:extLst>
          </p:cNvPr>
          <p:cNvCxnSpPr>
            <a:cxnSpLocks/>
            <a:stCxn id="661" idx="6"/>
            <a:endCxn id="670" idx="1"/>
          </p:cNvCxnSpPr>
          <p:nvPr/>
        </p:nvCxnSpPr>
        <p:spPr>
          <a:xfrm>
            <a:off x="3806478" y="5497568"/>
            <a:ext cx="679604" cy="18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6" name="直接箭头连接符 675">
            <a:extLst>
              <a:ext uri="{FF2B5EF4-FFF2-40B4-BE49-F238E27FC236}">
                <a16:creationId xmlns:a16="http://schemas.microsoft.com/office/drawing/2014/main" id="{8BCADE5A-1C3E-1B1B-8D04-BD8E5E98B61F}"/>
              </a:ext>
            </a:extLst>
          </p:cNvPr>
          <p:cNvCxnSpPr>
            <a:cxnSpLocks/>
            <a:stCxn id="670" idx="3"/>
            <a:endCxn id="642" idx="1"/>
          </p:cNvCxnSpPr>
          <p:nvPr/>
        </p:nvCxnSpPr>
        <p:spPr>
          <a:xfrm flipV="1">
            <a:off x="4831538" y="5498190"/>
            <a:ext cx="517872" cy="1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2" name="直接箭头连接符 681">
            <a:extLst>
              <a:ext uri="{FF2B5EF4-FFF2-40B4-BE49-F238E27FC236}">
                <a16:creationId xmlns:a16="http://schemas.microsoft.com/office/drawing/2014/main" id="{FF58595A-7154-4988-15C9-E5B45F090100}"/>
              </a:ext>
            </a:extLst>
          </p:cNvPr>
          <p:cNvCxnSpPr>
            <a:cxnSpLocks/>
            <a:stCxn id="724" idx="3"/>
            <a:endCxn id="383" idx="1"/>
          </p:cNvCxnSpPr>
          <p:nvPr/>
        </p:nvCxnSpPr>
        <p:spPr>
          <a:xfrm flipV="1">
            <a:off x="3150279" y="4652318"/>
            <a:ext cx="2199131" cy="6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3" name="椭圆 692">
            <a:extLst>
              <a:ext uri="{FF2B5EF4-FFF2-40B4-BE49-F238E27FC236}">
                <a16:creationId xmlns:a16="http://schemas.microsoft.com/office/drawing/2014/main" id="{D36D7A4E-457C-75F3-A949-795403E15392}"/>
              </a:ext>
            </a:extLst>
          </p:cNvPr>
          <p:cNvSpPr/>
          <p:nvPr/>
        </p:nvSpPr>
        <p:spPr>
          <a:xfrm>
            <a:off x="8115060" y="5396654"/>
            <a:ext cx="234137" cy="2341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3DDE06B6-C888-9319-B334-19AB3D634401}"/>
                  </a:ext>
                </a:extLst>
              </p:cNvPr>
              <p:cNvSpPr txBox="1"/>
              <p:nvPr/>
            </p:nvSpPr>
            <p:spPr>
              <a:xfrm>
                <a:off x="8117260" y="5364858"/>
                <a:ext cx="2341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3DDE06B6-C888-9319-B334-19AB3D634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7260" y="5364858"/>
                <a:ext cx="234136" cy="276999"/>
              </a:xfrm>
              <a:prstGeom prst="rect">
                <a:avLst/>
              </a:prstGeom>
              <a:blipFill>
                <a:blip r:embed="rId11"/>
                <a:stretch>
                  <a:fillRect l="-21053" r="-18421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4" name="文本框 713">
                <a:extLst>
                  <a:ext uri="{FF2B5EF4-FFF2-40B4-BE49-F238E27FC236}">
                    <a16:creationId xmlns:a16="http://schemas.microsoft.com/office/drawing/2014/main" id="{D42B44F5-CD7E-1EFE-B23F-07F58563876B}"/>
                  </a:ext>
                </a:extLst>
              </p:cNvPr>
              <p:cNvSpPr txBox="1"/>
              <p:nvPr/>
            </p:nvSpPr>
            <p:spPr>
              <a:xfrm>
                <a:off x="2211761" y="5092774"/>
                <a:ext cx="151689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714" name="文本框 713">
                <a:extLst>
                  <a:ext uri="{FF2B5EF4-FFF2-40B4-BE49-F238E27FC236}">
                    <a16:creationId xmlns:a16="http://schemas.microsoft.com/office/drawing/2014/main" id="{D42B44F5-CD7E-1EFE-B23F-07F585638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761" y="5092774"/>
                <a:ext cx="1516893" cy="184666"/>
              </a:xfrm>
              <a:prstGeom prst="rect">
                <a:avLst/>
              </a:prstGeom>
              <a:blipFill>
                <a:blip r:embed="rId12"/>
                <a:stretch>
                  <a:fillRect t="-3226" b="-35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6" name="连接符: 肘形 715">
            <a:extLst>
              <a:ext uri="{FF2B5EF4-FFF2-40B4-BE49-F238E27FC236}">
                <a16:creationId xmlns:a16="http://schemas.microsoft.com/office/drawing/2014/main" id="{404EB360-F7D1-86ED-6083-C6EBBFB34D7F}"/>
              </a:ext>
            </a:extLst>
          </p:cNvPr>
          <p:cNvCxnSpPr>
            <a:cxnSpLocks/>
            <a:stCxn id="559" idx="0"/>
          </p:cNvCxnSpPr>
          <p:nvPr/>
        </p:nvCxnSpPr>
        <p:spPr>
          <a:xfrm rot="5400000" flipH="1" flipV="1">
            <a:off x="1997205" y="4507532"/>
            <a:ext cx="677031" cy="9557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1" name="矩形 720">
            <a:extLst>
              <a:ext uri="{FF2B5EF4-FFF2-40B4-BE49-F238E27FC236}">
                <a16:creationId xmlns:a16="http://schemas.microsoft.com/office/drawing/2014/main" id="{E21B9968-0D54-E4AB-C2FF-8FE792218BAF}"/>
              </a:ext>
            </a:extLst>
          </p:cNvPr>
          <p:cNvSpPr/>
          <p:nvPr/>
        </p:nvSpPr>
        <p:spPr>
          <a:xfrm>
            <a:off x="2820266" y="5322495"/>
            <a:ext cx="330013" cy="3163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2" name="文本框 721">
                <a:extLst>
                  <a:ext uri="{FF2B5EF4-FFF2-40B4-BE49-F238E27FC236}">
                    <a16:creationId xmlns:a16="http://schemas.microsoft.com/office/drawing/2014/main" id="{C9FAA34C-E51F-59C3-B9F9-B8EF7AD7BFA8}"/>
                  </a:ext>
                </a:extLst>
              </p:cNvPr>
              <p:cNvSpPr txBox="1"/>
              <p:nvPr/>
            </p:nvSpPr>
            <p:spPr>
              <a:xfrm>
                <a:off x="2856293" y="5329032"/>
                <a:ext cx="2579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acc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722" name="文本框 721">
                <a:extLst>
                  <a:ext uri="{FF2B5EF4-FFF2-40B4-BE49-F238E27FC236}">
                    <a16:creationId xmlns:a16="http://schemas.microsoft.com/office/drawing/2014/main" id="{C9FAA34C-E51F-59C3-B9F9-B8EF7AD7B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293" y="5329032"/>
                <a:ext cx="257958" cy="276999"/>
              </a:xfrm>
              <a:prstGeom prst="rect">
                <a:avLst/>
              </a:prstGeom>
              <a:blipFill>
                <a:blip r:embed="rId13"/>
                <a:stretch>
                  <a:fillRect l="-14286" t="-4348" r="-33333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4" name="矩形 723">
            <a:extLst>
              <a:ext uri="{FF2B5EF4-FFF2-40B4-BE49-F238E27FC236}">
                <a16:creationId xmlns:a16="http://schemas.microsoft.com/office/drawing/2014/main" id="{5D525B72-785E-CC5D-D107-31570B2D5CD4}"/>
              </a:ext>
            </a:extLst>
          </p:cNvPr>
          <p:cNvSpPr/>
          <p:nvPr/>
        </p:nvSpPr>
        <p:spPr>
          <a:xfrm>
            <a:off x="2820266" y="4500801"/>
            <a:ext cx="330013" cy="3163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5" name="文本框 724">
                <a:extLst>
                  <a:ext uri="{FF2B5EF4-FFF2-40B4-BE49-F238E27FC236}">
                    <a16:creationId xmlns:a16="http://schemas.microsoft.com/office/drawing/2014/main" id="{1683D037-CE81-5521-5709-B198D0703699}"/>
                  </a:ext>
                </a:extLst>
              </p:cNvPr>
              <p:cNvSpPr txBox="1"/>
              <p:nvPr/>
            </p:nvSpPr>
            <p:spPr>
              <a:xfrm>
                <a:off x="2856293" y="4507338"/>
                <a:ext cx="2579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725" name="文本框 724">
                <a:extLst>
                  <a:ext uri="{FF2B5EF4-FFF2-40B4-BE49-F238E27FC236}">
                    <a16:creationId xmlns:a16="http://schemas.microsoft.com/office/drawing/2014/main" id="{1683D037-CE81-5521-5709-B198D0703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293" y="4507338"/>
                <a:ext cx="257958" cy="276999"/>
              </a:xfrm>
              <a:prstGeom prst="rect">
                <a:avLst/>
              </a:prstGeom>
              <a:blipFill>
                <a:blip r:embed="rId14"/>
                <a:stretch>
                  <a:fillRect l="-28571" t="-2174" r="-28571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7" name="连接符: 肘形 726">
            <a:extLst>
              <a:ext uri="{FF2B5EF4-FFF2-40B4-BE49-F238E27FC236}">
                <a16:creationId xmlns:a16="http://schemas.microsoft.com/office/drawing/2014/main" id="{13C3235D-A913-DC7D-07F0-CA0B1CD079EA}"/>
              </a:ext>
            </a:extLst>
          </p:cNvPr>
          <p:cNvCxnSpPr>
            <a:cxnSpLocks/>
            <a:stCxn id="559" idx="2"/>
            <a:endCxn id="662" idx="2"/>
          </p:cNvCxnSpPr>
          <p:nvPr/>
        </p:nvCxnSpPr>
        <p:spPr>
          <a:xfrm rot="5400000" flipH="1" flipV="1">
            <a:off x="2767417" y="4716112"/>
            <a:ext cx="14601" cy="1833782"/>
          </a:xfrm>
          <a:prstGeom prst="bentConnector3">
            <a:avLst>
              <a:gd name="adj1" fmla="val -156564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1" name="椭圆 740">
            <a:extLst>
              <a:ext uri="{FF2B5EF4-FFF2-40B4-BE49-F238E27FC236}">
                <a16:creationId xmlns:a16="http://schemas.microsoft.com/office/drawing/2014/main" id="{EE528047-4C2A-0EE6-A763-DB65A5778053}"/>
              </a:ext>
            </a:extLst>
          </p:cNvPr>
          <p:cNvSpPr/>
          <p:nvPr/>
        </p:nvSpPr>
        <p:spPr>
          <a:xfrm>
            <a:off x="7594573" y="5390685"/>
            <a:ext cx="234137" cy="2341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2" name="文本框 741">
                <a:extLst>
                  <a:ext uri="{FF2B5EF4-FFF2-40B4-BE49-F238E27FC236}">
                    <a16:creationId xmlns:a16="http://schemas.microsoft.com/office/drawing/2014/main" id="{6408C1B1-3024-5B80-73B4-AA1F8902277E}"/>
                  </a:ext>
                </a:extLst>
              </p:cNvPr>
              <p:cNvSpPr txBox="1"/>
              <p:nvPr/>
            </p:nvSpPr>
            <p:spPr>
              <a:xfrm>
                <a:off x="7596773" y="5358889"/>
                <a:ext cx="2341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742" name="文本框 741">
                <a:extLst>
                  <a:ext uri="{FF2B5EF4-FFF2-40B4-BE49-F238E27FC236}">
                    <a16:creationId xmlns:a16="http://schemas.microsoft.com/office/drawing/2014/main" id="{6408C1B1-3024-5B80-73B4-AA1F89022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6773" y="5358889"/>
                <a:ext cx="23413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3" name="文本框 742">
                <a:extLst>
                  <a:ext uri="{FF2B5EF4-FFF2-40B4-BE49-F238E27FC236}">
                    <a16:creationId xmlns:a16="http://schemas.microsoft.com/office/drawing/2014/main" id="{B8BB007C-1532-8884-E147-B2E046E8C888}"/>
                  </a:ext>
                </a:extLst>
              </p:cNvPr>
              <p:cNvSpPr txBox="1"/>
              <p:nvPr/>
            </p:nvSpPr>
            <p:spPr>
              <a:xfrm>
                <a:off x="7583631" y="5840971"/>
                <a:ext cx="2579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743" name="文本框 742">
                <a:extLst>
                  <a:ext uri="{FF2B5EF4-FFF2-40B4-BE49-F238E27FC236}">
                    <a16:creationId xmlns:a16="http://schemas.microsoft.com/office/drawing/2014/main" id="{B8BB007C-1532-8884-E147-B2E046E8C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631" y="5840971"/>
                <a:ext cx="257958" cy="276999"/>
              </a:xfrm>
              <a:prstGeom prst="rect">
                <a:avLst/>
              </a:prstGeom>
              <a:blipFill>
                <a:blip r:embed="rId16"/>
                <a:stretch>
                  <a:fillRect l="-4762"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4" name="直接箭头连接符 743">
            <a:extLst>
              <a:ext uri="{FF2B5EF4-FFF2-40B4-BE49-F238E27FC236}">
                <a16:creationId xmlns:a16="http://schemas.microsoft.com/office/drawing/2014/main" id="{44118770-7177-D78D-CB23-F028F7C97C47}"/>
              </a:ext>
            </a:extLst>
          </p:cNvPr>
          <p:cNvCxnSpPr>
            <a:cxnSpLocks/>
            <a:stCxn id="642" idx="3"/>
            <a:endCxn id="742" idx="1"/>
          </p:cNvCxnSpPr>
          <p:nvPr/>
        </p:nvCxnSpPr>
        <p:spPr>
          <a:xfrm flipV="1">
            <a:off x="7291367" y="5497389"/>
            <a:ext cx="305406" cy="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8" name="直接箭头连接符 747">
            <a:extLst>
              <a:ext uri="{FF2B5EF4-FFF2-40B4-BE49-F238E27FC236}">
                <a16:creationId xmlns:a16="http://schemas.microsoft.com/office/drawing/2014/main" id="{0BB474E0-9440-0A0F-712D-45B9975AC2BD}"/>
              </a:ext>
            </a:extLst>
          </p:cNvPr>
          <p:cNvCxnSpPr>
            <a:cxnSpLocks/>
            <a:stCxn id="743" idx="0"/>
            <a:endCxn id="742" idx="2"/>
          </p:cNvCxnSpPr>
          <p:nvPr/>
        </p:nvCxnSpPr>
        <p:spPr>
          <a:xfrm flipV="1">
            <a:off x="7712610" y="5635888"/>
            <a:ext cx="1231" cy="205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2" name="直接箭头连接符 751">
            <a:extLst>
              <a:ext uri="{FF2B5EF4-FFF2-40B4-BE49-F238E27FC236}">
                <a16:creationId xmlns:a16="http://schemas.microsoft.com/office/drawing/2014/main" id="{67CC4287-44E7-B365-1262-D3FCF2783E02}"/>
              </a:ext>
            </a:extLst>
          </p:cNvPr>
          <p:cNvCxnSpPr>
            <a:cxnSpLocks/>
            <a:stCxn id="742" idx="3"/>
            <a:endCxn id="694" idx="1"/>
          </p:cNvCxnSpPr>
          <p:nvPr/>
        </p:nvCxnSpPr>
        <p:spPr>
          <a:xfrm>
            <a:off x="7830909" y="5497389"/>
            <a:ext cx="286351" cy="5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6" name="连接符: 肘形 755">
            <a:extLst>
              <a:ext uri="{FF2B5EF4-FFF2-40B4-BE49-F238E27FC236}">
                <a16:creationId xmlns:a16="http://schemas.microsoft.com/office/drawing/2014/main" id="{636BF1C5-9297-437F-D670-C890E32EAFFA}"/>
              </a:ext>
            </a:extLst>
          </p:cNvPr>
          <p:cNvCxnSpPr>
            <a:cxnSpLocks/>
            <a:stCxn id="383" idx="3"/>
            <a:endCxn id="694" idx="0"/>
          </p:cNvCxnSpPr>
          <p:nvPr/>
        </p:nvCxnSpPr>
        <p:spPr>
          <a:xfrm>
            <a:off x="7280164" y="4652318"/>
            <a:ext cx="954164" cy="7125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0" name="直接箭头连接符 759">
            <a:extLst>
              <a:ext uri="{FF2B5EF4-FFF2-40B4-BE49-F238E27FC236}">
                <a16:creationId xmlns:a16="http://schemas.microsoft.com/office/drawing/2014/main" id="{493D4271-0950-BED1-F9AD-07FF0A30CB15}"/>
              </a:ext>
            </a:extLst>
          </p:cNvPr>
          <p:cNvCxnSpPr>
            <a:cxnSpLocks/>
            <a:stCxn id="694" idx="3"/>
            <a:endCxn id="788" idx="1"/>
          </p:cNvCxnSpPr>
          <p:nvPr/>
        </p:nvCxnSpPr>
        <p:spPr>
          <a:xfrm>
            <a:off x="8351396" y="5503358"/>
            <a:ext cx="1640252" cy="15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8" name="文本框 777">
            <a:extLst>
              <a:ext uri="{FF2B5EF4-FFF2-40B4-BE49-F238E27FC236}">
                <a16:creationId xmlns:a16="http://schemas.microsoft.com/office/drawing/2014/main" id="{39D2C81C-4171-35B5-7516-B7D537E8DB82}"/>
              </a:ext>
            </a:extLst>
          </p:cNvPr>
          <p:cNvSpPr txBox="1"/>
          <p:nvPr/>
        </p:nvSpPr>
        <p:spPr>
          <a:xfrm>
            <a:off x="-259387" y="3399138"/>
            <a:ext cx="36808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View-Joint Reliability Modeling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9" name="矩形: 圆角 778">
            <a:extLst>
              <a:ext uri="{FF2B5EF4-FFF2-40B4-BE49-F238E27FC236}">
                <a16:creationId xmlns:a16="http://schemas.microsoft.com/office/drawing/2014/main" id="{46E1A14D-6C33-CEC8-370F-A9D094F2E0D1}"/>
              </a:ext>
            </a:extLst>
          </p:cNvPr>
          <p:cNvSpPr/>
          <p:nvPr/>
        </p:nvSpPr>
        <p:spPr>
          <a:xfrm>
            <a:off x="-256543" y="3806913"/>
            <a:ext cx="13141963" cy="3169946"/>
          </a:xfrm>
          <a:prstGeom prst="roundRect">
            <a:avLst>
              <a:gd name="adj" fmla="val 8772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3" name="文本框 782">
            <a:extLst>
              <a:ext uri="{FF2B5EF4-FFF2-40B4-BE49-F238E27FC236}">
                <a16:creationId xmlns:a16="http://schemas.microsoft.com/office/drawing/2014/main" id="{3E18765D-7A11-CE7A-A591-FA8E08107436}"/>
              </a:ext>
            </a:extLst>
          </p:cNvPr>
          <p:cNvSpPr txBox="1"/>
          <p:nvPr/>
        </p:nvSpPr>
        <p:spPr>
          <a:xfrm>
            <a:off x="3741642" y="5216688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cs typeface="Times New Roman" panose="02020603050405020304" pitchFamily="18" charset="0"/>
              </a:rPr>
              <a:t>Reshape</a:t>
            </a:r>
            <a:endParaRPr lang="zh-CN" altLang="en-US" sz="12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4" name="文本框 783">
                <a:extLst>
                  <a:ext uri="{FF2B5EF4-FFF2-40B4-BE49-F238E27FC236}">
                    <a16:creationId xmlns:a16="http://schemas.microsoft.com/office/drawing/2014/main" id="{717C1ECE-743D-8445-CA3A-C6D8603B4B53}"/>
                  </a:ext>
                </a:extLst>
              </p:cNvPr>
              <p:cNvSpPr txBox="1"/>
              <p:nvPr/>
            </p:nvSpPr>
            <p:spPr>
              <a:xfrm>
                <a:off x="3898143" y="5685621"/>
                <a:ext cx="151689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784" name="文本框 783">
                <a:extLst>
                  <a:ext uri="{FF2B5EF4-FFF2-40B4-BE49-F238E27FC236}">
                    <a16:creationId xmlns:a16="http://schemas.microsoft.com/office/drawing/2014/main" id="{717C1ECE-743D-8445-CA3A-C6D8603B4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143" y="5685621"/>
                <a:ext cx="1516893" cy="184666"/>
              </a:xfrm>
              <a:prstGeom prst="rect">
                <a:avLst/>
              </a:prstGeom>
              <a:blipFill>
                <a:blip r:embed="rId17"/>
                <a:stretch>
                  <a:fillRect t="-6667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5" name="文本框 784">
            <a:extLst>
              <a:ext uri="{FF2B5EF4-FFF2-40B4-BE49-F238E27FC236}">
                <a16:creationId xmlns:a16="http://schemas.microsoft.com/office/drawing/2014/main" id="{C7094DD3-CF99-FC7A-4FBD-8B9DFA23FF9F}"/>
              </a:ext>
            </a:extLst>
          </p:cNvPr>
          <p:cNvSpPr txBox="1"/>
          <p:nvPr/>
        </p:nvSpPr>
        <p:spPr>
          <a:xfrm>
            <a:off x="8746118" y="5229202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cs typeface="Times New Roman" panose="02020603050405020304" pitchFamily="18" charset="0"/>
              </a:rPr>
              <a:t>Reshape</a:t>
            </a:r>
            <a:endParaRPr lang="zh-CN" altLang="en-US" sz="12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6" name="文本框 785">
                <a:extLst>
                  <a:ext uri="{FF2B5EF4-FFF2-40B4-BE49-F238E27FC236}">
                    <a16:creationId xmlns:a16="http://schemas.microsoft.com/office/drawing/2014/main" id="{203B6857-9C7E-6AB6-2145-380606CF6C57}"/>
                  </a:ext>
                </a:extLst>
              </p:cNvPr>
              <p:cNvSpPr txBox="1"/>
              <p:nvPr/>
            </p:nvSpPr>
            <p:spPr>
              <a:xfrm>
                <a:off x="8371533" y="5551173"/>
                <a:ext cx="151689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786" name="文本框 785">
                <a:extLst>
                  <a:ext uri="{FF2B5EF4-FFF2-40B4-BE49-F238E27FC236}">
                    <a16:creationId xmlns:a16="http://schemas.microsoft.com/office/drawing/2014/main" id="{203B6857-9C7E-6AB6-2145-380606CF6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533" y="5551173"/>
                <a:ext cx="1516893" cy="184666"/>
              </a:xfrm>
              <a:prstGeom prst="rect">
                <a:avLst/>
              </a:prstGeom>
              <a:blipFill>
                <a:blip r:embed="rId18"/>
                <a:stretch>
                  <a:fillRect t="-6667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8" name="矩形 787">
            <a:extLst>
              <a:ext uri="{FF2B5EF4-FFF2-40B4-BE49-F238E27FC236}">
                <a16:creationId xmlns:a16="http://schemas.microsoft.com/office/drawing/2014/main" id="{6B201FDF-398F-D686-BFA8-12DBE534A03D}"/>
              </a:ext>
            </a:extLst>
          </p:cNvPr>
          <p:cNvSpPr/>
          <p:nvPr/>
        </p:nvSpPr>
        <p:spPr>
          <a:xfrm>
            <a:off x="9991648" y="5360351"/>
            <a:ext cx="330013" cy="3163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9" name="文本框 788">
                <a:extLst>
                  <a:ext uri="{FF2B5EF4-FFF2-40B4-BE49-F238E27FC236}">
                    <a16:creationId xmlns:a16="http://schemas.microsoft.com/office/drawing/2014/main" id="{E4F09340-612E-25AB-F8D1-AAF26B212828}"/>
                  </a:ext>
                </a:extLst>
              </p:cNvPr>
              <p:cNvSpPr txBox="1"/>
              <p:nvPr/>
            </p:nvSpPr>
            <p:spPr>
              <a:xfrm>
                <a:off x="10027675" y="5366888"/>
                <a:ext cx="2579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i="1" dirty="0"/>
              </a:p>
            </p:txBody>
          </p:sp>
        </mc:Choice>
        <mc:Fallback>
          <p:sp>
            <p:nvSpPr>
              <p:cNvPr id="789" name="文本框 788">
                <a:extLst>
                  <a:ext uri="{FF2B5EF4-FFF2-40B4-BE49-F238E27FC236}">
                    <a16:creationId xmlns:a16="http://schemas.microsoft.com/office/drawing/2014/main" id="{E4F09340-612E-25AB-F8D1-AAF26B212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7675" y="5366888"/>
                <a:ext cx="257958" cy="276999"/>
              </a:xfrm>
              <a:prstGeom prst="rect">
                <a:avLst/>
              </a:prstGeom>
              <a:blipFill>
                <a:blip r:embed="rId19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1" name="连接符: 肘形 790">
            <a:extLst>
              <a:ext uri="{FF2B5EF4-FFF2-40B4-BE49-F238E27FC236}">
                <a16:creationId xmlns:a16="http://schemas.microsoft.com/office/drawing/2014/main" id="{2FD55716-9844-4B86-30F7-F58CB09CFBBD}"/>
              </a:ext>
            </a:extLst>
          </p:cNvPr>
          <p:cNvCxnSpPr>
            <a:cxnSpLocks/>
            <a:stCxn id="788" idx="2"/>
            <a:endCxn id="795" idx="1"/>
          </p:cNvCxnSpPr>
          <p:nvPr/>
        </p:nvCxnSpPr>
        <p:spPr>
          <a:xfrm rot="16200000" flipH="1">
            <a:off x="10194949" y="5638420"/>
            <a:ext cx="270440" cy="3470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5" name="矩形 794">
            <a:extLst>
              <a:ext uri="{FF2B5EF4-FFF2-40B4-BE49-F238E27FC236}">
                <a16:creationId xmlns:a16="http://schemas.microsoft.com/office/drawing/2014/main" id="{2872FCE1-0520-82D3-1276-BB61C8573135}"/>
              </a:ext>
            </a:extLst>
          </p:cNvPr>
          <p:cNvSpPr/>
          <p:nvPr/>
        </p:nvSpPr>
        <p:spPr>
          <a:xfrm>
            <a:off x="10503683" y="5788972"/>
            <a:ext cx="579800" cy="3163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6" name="文本框 795">
                <a:extLst>
                  <a:ext uri="{FF2B5EF4-FFF2-40B4-BE49-F238E27FC236}">
                    <a16:creationId xmlns:a16="http://schemas.microsoft.com/office/drawing/2014/main" id="{B8F09B32-0D40-9D94-8D3B-CE30D0717377}"/>
                  </a:ext>
                </a:extLst>
              </p:cNvPr>
              <p:cNvSpPr txBox="1"/>
              <p:nvPr/>
            </p:nvSpPr>
            <p:spPr>
              <a:xfrm>
                <a:off x="10539710" y="5795509"/>
                <a:ext cx="2579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𝑠𝑢𝑚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>
          <p:sp>
            <p:nvSpPr>
              <p:cNvPr id="796" name="文本框 795">
                <a:extLst>
                  <a:ext uri="{FF2B5EF4-FFF2-40B4-BE49-F238E27FC236}">
                    <a16:creationId xmlns:a16="http://schemas.microsoft.com/office/drawing/2014/main" id="{B8F09B32-0D40-9D94-8D3B-CE30D0717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9710" y="5795509"/>
                <a:ext cx="257958" cy="276999"/>
              </a:xfrm>
              <a:prstGeom prst="rect">
                <a:avLst/>
              </a:prstGeom>
              <a:blipFill>
                <a:blip r:embed="rId20"/>
                <a:stretch>
                  <a:fillRect l="-23810" r="-114286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9" name="椭圆 798">
            <a:extLst>
              <a:ext uri="{FF2B5EF4-FFF2-40B4-BE49-F238E27FC236}">
                <a16:creationId xmlns:a16="http://schemas.microsoft.com/office/drawing/2014/main" id="{1EB51F06-5676-E3A6-2079-0BAC9872506A}"/>
              </a:ext>
            </a:extLst>
          </p:cNvPr>
          <p:cNvSpPr/>
          <p:nvPr/>
        </p:nvSpPr>
        <p:spPr>
          <a:xfrm>
            <a:off x="10668261" y="5408662"/>
            <a:ext cx="234137" cy="2341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0" name="文本框 799">
                <a:extLst>
                  <a:ext uri="{FF2B5EF4-FFF2-40B4-BE49-F238E27FC236}">
                    <a16:creationId xmlns:a16="http://schemas.microsoft.com/office/drawing/2014/main" id="{24DA6CAE-4280-ECAD-196E-F2171BDF783E}"/>
                  </a:ext>
                </a:extLst>
              </p:cNvPr>
              <p:cNvSpPr txBox="1"/>
              <p:nvPr/>
            </p:nvSpPr>
            <p:spPr>
              <a:xfrm>
                <a:off x="10670461" y="5376866"/>
                <a:ext cx="2341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800" name="文本框 799">
                <a:extLst>
                  <a:ext uri="{FF2B5EF4-FFF2-40B4-BE49-F238E27FC236}">
                    <a16:creationId xmlns:a16="http://schemas.microsoft.com/office/drawing/2014/main" id="{24DA6CAE-4280-ECAD-196E-F2171BDF7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0461" y="5376866"/>
                <a:ext cx="234136" cy="276999"/>
              </a:xfrm>
              <a:prstGeom prst="rect">
                <a:avLst/>
              </a:prstGeom>
              <a:blipFill>
                <a:blip r:embed="rId21"/>
                <a:stretch>
                  <a:fillRect l="-12821" r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1" name="直接箭头连接符 800">
            <a:extLst>
              <a:ext uri="{FF2B5EF4-FFF2-40B4-BE49-F238E27FC236}">
                <a16:creationId xmlns:a16="http://schemas.microsoft.com/office/drawing/2014/main" id="{C28A51D5-8B32-3630-0542-84453F8E2C03}"/>
              </a:ext>
            </a:extLst>
          </p:cNvPr>
          <p:cNvCxnSpPr>
            <a:cxnSpLocks/>
            <a:stCxn id="788" idx="3"/>
            <a:endCxn id="800" idx="1"/>
          </p:cNvCxnSpPr>
          <p:nvPr/>
        </p:nvCxnSpPr>
        <p:spPr>
          <a:xfrm flipV="1">
            <a:off x="10321661" y="5515366"/>
            <a:ext cx="348800" cy="31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4" name="直接箭头连接符 803">
            <a:extLst>
              <a:ext uri="{FF2B5EF4-FFF2-40B4-BE49-F238E27FC236}">
                <a16:creationId xmlns:a16="http://schemas.microsoft.com/office/drawing/2014/main" id="{CCBD3F5F-46A1-D40E-7AE4-C0E7029E8EA5}"/>
              </a:ext>
            </a:extLst>
          </p:cNvPr>
          <p:cNvCxnSpPr>
            <a:cxnSpLocks/>
            <a:stCxn id="795" idx="0"/>
            <a:endCxn id="800" idx="2"/>
          </p:cNvCxnSpPr>
          <p:nvPr/>
        </p:nvCxnSpPr>
        <p:spPr>
          <a:xfrm flipH="1" flipV="1">
            <a:off x="10787529" y="5653865"/>
            <a:ext cx="6054" cy="135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7" name="文本框 806">
            <a:extLst>
              <a:ext uri="{FF2B5EF4-FFF2-40B4-BE49-F238E27FC236}">
                <a16:creationId xmlns:a16="http://schemas.microsoft.com/office/drawing/2014/main" id="{6EB40138-50A3-A0F1-6AF9-9051A57E2598}"/>
              </a:ext>
            </a:extLst>
          </p:cNvPr>
          <p:cNvSpPr txBox="1"/>
          <p:nvPr/>
        </p:nvSpPr>
        <p:spPr>
          <a:xfrm>
            <a:off x="10092980" y="5700891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cs typeface="Times New Roman" panose="02020603050405020304" pitchFamily="18" charset="0"/>
              </a:rPr>
              <a:t>Sum</a:t>
            </a:r>
            <a:endParaRPr lang="zh-CN" altLang="en-US" sz="12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8" name="文本框 807">
                <a:extLst>
                  <a:ext uri="{FF2B5EF4-FFF2-40B4-BE49-F238E27FC236}">
                    <a16:creationId xmlns:a16="http://schemas.microsoft.com/office/drawing/2014/main" id="{CCB288BF-0891-D883-B875-E7668AFCD138}"/>
                  </a:ext>
                </a:extLst>
              </p:cNvPr>
              <p:cNvSpPr txBox="1"/>
              <p:nvPr/>
            </p:nvSpPr>
            <p:spPr>
              <a:xfrm>
                <a:off x="9909814" y="6132401"/>
                <a:ext cx="151689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808" name="文本框 807">
                <a:extLst>
                  <a:ext uri="{FF2B5EF4-FFF2-40B4-BE49-F238E27FC236}">
                    <a16:creationId xmlns:a16="http://schemas.microsoft.com/office/drawing/2014/main" id="{CCB288BF-0891-D883-B875-E7668AFCD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9814" y="6132401"/>
                <a:ext cx="1516893" cy="184666"/>
              </a:xfrm>
              <a:prstGeom prst="rect">
                <a:avLst/>
              </a:prstGeom>
              <a:blipFill>
                <a:blip r:embed="rId22"/>
                <a:stretch>
                  <a:fillRect t="-6667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9" name="矩形 808">
            <a:extLst>
              <a:ext uri="{FF2B5EF4-FFF2-40B4-BE49-F238E27FC236}">
                <a16:creationId xmlns:a16="http://schemas.microsoft.com/office/drawing/2014/main" id="{45CE27F5-E8E4-4AB0-876E-6465554BAF04}"/>
              </a:ext>
            </a:extLst>
          </p:cNvPr>
          <p:cNvSpPr/>
          <p:nvPr/>
        </p:nvSpPr>
        <p:spPr>
          <a:xfrm>
            <a:off x="11868495" y="5363985"/>
            <a:ext cx="710331" cy="3163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0" name="文本框 809">
                <a:extLst>
                  <a:ext uri="{FF2B5EF4-FFF2-40B4-BE49-F238E27FC236}">
                    <a16:creationId xmlns:a16="http://schemas.microsoft.com/office/drawing/2014/main" id="{F991140B-E84F-5F2E-E37E-F63744DAF65C}"/>
                  </a:ext>
                </a:extLst>
              </p:cNvPr>
              <p:cNvSpPr txBox="1"/>
              <p:nvPr/>
            </p:nvSpPr>
            <p:spPr>
              <a:xfrm>
                <a:off x="11904522" y="5370522"/>
                <a:ext cx="257958" cy="303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𝑓𝑢𝑠𝑒𝑑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810" name="文本框 809">
                <a:extLst>
                  <a:ext uri="{FF2B5EF4-FFF2-40B4-BE49-F238E27FC236}">
                    <a16:creationId xmlns:a16="http://schemas.microsoft.com/office/drawing/2014/main" id="{F991140B-E84F-5F2E-E37E-F63744DAF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4522" y="5370522"/>
                <a:ext cx="257958" cy="303225"/>
              </a:xfrm>
              <a:prstGeom prst="rect">
                <a:avLst/>
              </a:prstGeom>
              <a:blipFill>
                <a:blip r:embed="rId23"/>
                <a:stretch>
                  <a:fillRect l="-33333" r="-178571" b="-2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1" name="椭圆 810">
            <a:extLst>
              <a:ext uri="{FF2B5EF4-FFF2-40B4-BE49-F238E27FC236}">
                <a16:creationId xmlns:a16="http://schemas.microsoft.com/office/drawing/2014/main" id="{D4832A4B-7290-E679-A9E7-E6DDDD88B0F3}"/>
              </a:ext>
            </a:extLst>
          </p:cNvPr>
          <p:cNvSpPr/>
          <p:nvPr/>
        </p:nvSpPr>
        <p:spPr>
          <a:xfrm>
            <a:off x="11236465" y="5411829"/>
            <a:ext cx="234137" cy="2341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2" name="文本框 811">
                <a:extLst>
                  <a:ext uri="{FF2B5EF4-FFF2-40B4-BE49-F238E27FC236}">
                    <a16:creationId xmlns:a16="http://schemas.microsoft.com/office/drawing/2014/main" id="{084473E1-3298-92C0-6F70-69C11522F2B1}"/>
                  </a:ext>
                </a:extLst>
              </p:cNvPr>
              <p:cNvSpPr txBox="1"/>
              <p:nvPr/>
            </p:nvSpPr>
            <p:spPr>
              <a:xfrm>
                <a:off x="11238665" y="5380033"/>
                <a:ext cx="2341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812" name="文本框 811">
                <a:extLst>
                  <a:ext uri="{FF2B5EF4-FFF2-40B4-BE49-F238E27FC236}">
                    <a16:creationId xmlns:a16="http://schemas.microsoft.com/office/drawing/2014/main" id="{084473E1-3298-92C0-6F70-69C11522F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665" y="5380033"/>
                <a:ext cx="234136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3" name="直接箭头连接符 812">
            <a:extLst>
              <a:ext uri="{FF2B5EF4-FFF2-40B4-BE49-F238E27FC236}">
                <a16:creationId xmlns:a16="http://schemas.microsoft.com/office/drawing/2014/main" id="{2D91C070-8B20-DD28-7AEE-2910C41F97E6}"/>
              </a:ext>
            </a:extLst>
          </p:cNvPr>
          <p:cNvCxnSpPr>
            <a:cxnSpLocks/>
            <a:stCxn id="800" idx="3"/>
            <a:endCxn id="812" idx="1"/>
          </p:cNvCxnSpPr>
          <p:nvPr/>
        </p:nvCxnSpPr>
        <p:spPr>
          <a:xfrm>
            <a:off x="10904597" y="5515366"/>
            <a:ext cx="334068" cy="31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7" name="连接符: 肘形 816">
            <a:extLst>
              <a:ext uri="{FF2B5EF4-FFF2-40B4-BE49-F238E27FC236}">
                <a16:creationId xmlns:a16="http://schemas.microsoft.com/office/drawing/2014/main" id="{8A21019F-31C1-9806-FF8A-38362B9CCBB5}"/>
              </a:ext>
            </a:extLst>
          </p:cNvPr>
          <p:cNvCxnSpPr>
            <a:cxnSpLocks/>
            <a:stCxn id="560" idx="2"/>
            <a:endCxn id="812" idx="2"/>
          </p:cNvCxnSpPr>
          <p:nvPr/>
        </p:nvCxnSpPr>
        <p:spPr>
          <a:xfrm rot="16200000" flipH="1">
            <a:off x="6582001" y="883300"/>
            <a:ext cx="49556" cy="9497907"/>
          </a:xfrm>
          <a:prstGeom prst="bentConnector3">
            <a:avLst>
              <a:gd name="adj1" fmla="val 194518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2" name="直接箭头连接符 821">
            <a:extLst>
              <a:ext uri="{FF2B5EF4-FFF2-40B4-BE49-F238E27FC236}">
                <a16:creationId xmlns:a16="http://schemas.microsoft.com/office/drawing/2014/main" id="{52496B95-CD43-C067-343C-6E7B303941A7}"/>
              </a:ext>
            </a:extLst>
          </p:cNvPr>
          <p:cNvCxnSpPr>
            <a:cxnSpLocks/>
            <a:stCxn id="812" idx="3"/>
            <a:endCxn id="809" idx="1"/>
          </p:cNvCxnSpPr>
          <p:nvPr/>
        </p:nvCxnSpPr>
        <p:spPr>
          <a:xfrm>
            <a:off x="11472801" y="5518533"/>
            <a:ext cx="395694" cy="3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5" name="文本框 824">
            <a:extLst>
              <a:ext uri="{FF2B5EF4-FFF2-40B4-BE49-F238E27FC236}">
                <a16:creationId xmlns:a16="http://schemas.microsoft.com/office/drawing/2014/main" id="{E6A8CFF1-6907-BC7C-1D4F-D35F080F2DD8}"/>
              </a:ext>
            </a:extLst>
          </p:cNvPr>
          <p:cNvSpPr txBox="1"/>
          <p:nvPr/>
        </p:nvSpPr>
        <p:spPr>
          <a:xfrm>
            <a:off x="11397308" y="5277440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cs typeface="Times New Roman" panose="02020603050405020304" pitchFamily="18" charset="0"/>
              </a:rPr>
              <a:t>Sum</a:t>
            </a:r>
            <a:endParaRPr lang="zh-CN" altLang="en-US" sz="12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6" name="文本框 825">
                <a:extLst>
                  <a:ext uri="{FF2B5EF4-FFF2-40B4-BE49-F238E27FC236}">
                    <a16:creationId xmlns:a16="http://schemas.microsoft.com/office/drawing/2014/main" id="{977007CC-6ABD-6755-D007-58BB9049E8D5}"/>
                  </a:ext>
                </a:extLst>
              </p:cNvPr>
              <p:cNvSpPr txBox="1"/>
              <p:nvPr/>
            </p:nvSpPr>
            <p:spPr>
              <a:xfrm>
                <a:off x="11451401" y="5137829"/>
                <a:ext cx="151689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826" name="文本框 825">
                <a:extLst>
                  <a:ext uri="{FF2B5EF4-FFF2-40B4-BE49-F238E27FC236}">
                    <a16:creationId xmlns:a16="http://schemas.microsoft.com/office/drawing/2014/main" id="{977007CC-6ABD-6755-D007-58BB9049E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1401" y="5137829"/>
                <a:ext cx="1516893" cy="184666"/>
              </a:xfrm>
              <a:prstGeom prst="rect">
                <a:avLst/>
              </a:prstGeom>
              <a:blipFill>
                <a:blip r:embed="rId25"/>
                <a:stretch>
                  <a:fillRect t="-6667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7" name="直接箭头连接符 826">
            <a:extLst>
              <a:ext uri="{FF2B5EF4-FFF2-40B4-BE49-F238E27FC236}">
                <a16:creationId xmlns:a16="http://schemas.microsoft.com/office/drawing/2014/main" id="{C73C08FE-EB74-C5DD-D811-B9B3B9D7A872}"/>
              </a:ext>
            </a:extLst>
          </p:cNvPr>
          <p:cNvCxnSpPr>
            <a:cxnSpLocks/>
            <a:stCxn id="809" idx="3"/>
          </p:cNvCxnSpPr>
          <p:nvPr/>
        </p:nvCxnSpPr>
        <p:spPr>
          <a:xfrm flipV="1">
            <a:off x="12578826" y="5518856"/>
            <a:ext cx="429036" cy="3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51C863AD-3B15-8AAB-41E2-F3FE29D0217D}"/>
              </a:ext>
            </a:extLst>
          </p:cNvPr>
          <p:cNvCxnSpPr>
            <a:cxnSpLocks/>
          </p:cNvCxnSpPr>
          <p:nvPr/>
        </p:nvCxnSpPr>
        <p:spPr>
          <a:xfrm>
            <a:off x="10941184" y="919312"/>
            <a:ext cx="898181" cy="538230"/>
          </a:xfrm>
          <a:prstGeom prst="straightConnector1">
            <a:avLst/>
          </a:prstGeom>
          <a:ln>
            <a:solidFill>
              <a:srgbClr val="E8E8E8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7E0ED489-9994-5E5C-0AB9-F1E6840215C6}"/>
              </a:ext>
            </a:extLst>
          </p:cNvPr>
          <p:cNvCxnSpPr>
            <a:cxnSpLocks/>
          </p:cNvCxnSpPr>
          <p:nvPr/>
        </p:nvCxnSpPr>
        <p:spPr>
          <a:xfrm>
            <a:off x="10726403" y="1119334"/>
            <a:ext cx="957644" cy="468178"/>
          </a:xfrm>
          <a:prstGeom prst="straightConnector1">
            <a:avLst/>
          </a:prstGeom>
          <a:ln>
            <a:solidFill>
              <a:srgbClr val="AEAEAE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9E7C1D2F-52F8-6D81-07CC-F75E15DB1ABE}"/>
              </a:ext>
            </a:extLst>
          </p:cNvPr>
          <p:cNvCxnSpPr>
            <a:cxnSpLocks/>
          </p:cNvCxnSpPr>
          <p:nvPr/>
        </p:nvCxnSpPr>
        <p:spPr>
          <a:xfrm>
            <a:off x="10344681" y="1503569"/>
            <a:ext cx="977416" cy="414143"/>
          </a:xfrm>
          <a:prstGeom prst="straightConnector1">
            <a:avLst/>
          </a:prstGeom>
          <a:ln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F70D774D-9AB9-4048-EE30-2443019B671E}"/>
              </a:ext>
            </a:extLst>
          </p:cNvPr>
          <p:cNvCxnSpPr>
            <a:cxnSpLocks/>
          </p:cNvCxnSpPr>
          <p:nvPr/>
        </p:nvCxnSpPr>
        <p:spPr>
          <a:xfrm>
            <a:off x="10524379" y="1309344"/>
            <a:ext cx="963850" cy="431847"/>
          </a:xfrm>
          <a:prstGeom prst="straightConnector1">
            <a:avLst/>
          </a:prstGeom>
          <a:ln>
            <a:solidFill>
              <a:srgbClr val="7F7F7F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D551749E-A4D3-3A3A-2AC6-6D311DC22511}"/>
              </a:ext>
            </a:extLst>
          </p:cNvPr>
          <p:cNvGrpSpPr/>
          <p:nvPr/>
        </p:nvGrpSpPr>
        <p:grpSpPr>
          <a:xfrm>
            <a:off x="11633556" y="-143411"/>
            <a:ext cx="986329" cy="1810704"/>
            <a:chOff x="1647063" y="880491"/>
            <a:chExt cx="986329" cy="1810704"/>
          </a:xfrm>
          <a:solidFill>
            <a:schemeClr val="bg2"/>
          </a:solidFill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53ABDF71-DCF9-A3DF-7C70-6E46703E9C7E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5C8B6CA-D98D-6D18-EAA6-2A996D3EC054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FA6EB28-D906-2C37-14A5-649F51930A1F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FA355284-1FAE-6E73-6203-96FD822848BA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ADAFE3B-E484-DDC5-A89D-16AE4E715CC5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724BCBA-F3DC-C7CF-A4E1-F30EFCA3F01F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9D79E5CD-7359-E66E-DB0A-E3403D74FE4A}"/>
                </a:ext>
              </a:extLst>
            </p:cNvPr>
            <p:cNvSpPr/>
            <p:nvPr/>
          </p:nvSpPr>
          <p:spPr>
            <a:xfrm>
              <a:off x="2556943" y="1602857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A5DE0B3-32FD-6323-8F77-D8385FA37DC3}"/>
                </a:ext>
              </a:extLst>
            </p:cNvPr>
            <p:cNvSpPr/>
            <p:nvPr/>
          </p:nvSpPr>
          <p:spPr>
            <a:xfrm>
              <a:off x="1983007" y="1750609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F4F18FC9-B9DF-5B5C-045B-2DDC3637F3D8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006026F-4B0B-23D0-1BB6-450A858F5C1F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ABC4EEFD-78CB-CCDE-94D8-3CC85BD9760E}"/>
                </a:ext>
              </a:extLst>
            </p:cNvPr>
            <p:cNvSpPr/>
            <p:nvPr/>
          </p:nvSpPr>
          <p:spPr>
            <a:xfrm>
              <a:off x="2294989" y="1740283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2EA97A29-CA1F-0169-7D1B-E2C0B3A425BF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81C14390-1457-5111-B480-CC2B3EDD2CAB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05FAC001-9C2E-EEA3-0864-9BFC279C6379}"/>
                </a:ext>
              </a:extLst>
            </p:cNvPr>
            <p:cNvSpPr/>
            <p:nvPr/>
          </p:nvSpPr>
          <p:spPr>
            <a:xfrm>
              <a:off x="1813160" y="2614746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B07F444A-BC2B-AA79-04C6-4CDDC4432337}"/>
                </a:ext>
              </a:extLst>
            </p:cNvPr>
            <p:cNvSpPr/>
            <p:nvPr/>
          </p:nvSpPr>
          <p:spPr>
            <a:xfrm>
              <a:off x="2513347" y="2608389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1DD61AE7-73C7-DE63-AA3E-18F1AA43EB57}"/>
                </a:ext>
              </a:extLst>
            </p:cNvPr>
            <p:cNvCxnSpPr>
              <a:cxnSpLocks/>
              <a:stCxn id="7" idx="3"/>
              <a:endCxn id="8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390BCF1B-0DBE-3ADB-A862-BBAE7FE458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D0EBF3E3-6066-EB57-93F8-4CF1E80FDF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9752AF3F-867A-947C-07F3-38D28E626513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51791471-EC16-4CCC-8DE2-5B18387433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F91D9391-7C0A-5ABC-7DCF-C17273911E48}"/>
                </a:ext>
              </a:extLst>
            </p:cNvPr>
            <p:cNvCxnSpPr>
              <a:cxnSpLocks/>
            </p:cNvCxnSpPr>
            <p:nvPr/>
          </p:nvCxnSpPr>
          <p:spPr>
            <a:xfrm>
              <a:off x="2512843" y="1387904"/>
              <a:ext cx="105524" cy="274470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0E7F5AD5-78B4-BAFF-62A1-4F099ED4AC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068" y="915916"/>
              <a:ext cx="122512" cy="867275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1FAF08CF-4BBD-9EB0-5E1F-0D1C6360A4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792716"/>
              <a:ext cx="56062" cy="399763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369A3A2-9CD0-BABD-8584-EE4E35873F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1DDA49AA-B4B0-C692-9BD0-DC42F82BF502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77397" cy="869752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213919E1-6DE1-FC89-9B7F-83D33129CB60}"/>
                </a:ext>
              </a:extLst>
            </p:cNvPr>
            <p:cNvCxnSpPr>
              <a:cxnSpLocks/>
            </p:cNvCxnSpPr>
            <p:nvPr/>
          </p:nvCxnSpPr>
          <p:spPr>
            <a:xfrm>
              <a:off x="2331868" y="1778429"/>
              <a:ext cx="102465" cy="377853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77BD49A4-36F1-CD93-1C6D-C4B536C07009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6D950739-7774-B433-C5D7-59AE0F43565C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41802" cy="85988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CB96E08B-AA69-D0B7-5FBD-D4429575A0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880" y="2547214"/>
              <a:ext cx="67449" cy="117154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6DD4214-E0AC-4FBB-CD1C-D8B2D79E887F}"/>
              </a:ext>
            </a:extLst>
          </p:cNvPr>
          <p:cNvGrpSpPr/>
          <p:nvPr/>
        </p:nvGrpSpPr>
        <p:grpSpPr>
          <a:xfrm>
            <a:off x="11489944" y="-34863"/>
            <a:ext cx="986329" cy="1810704"/>
            <a:chOff x="1647063" y="880491"/>
            <a:chExt cx="986329" cy="1810704"/>
          </a:xfrm>
          <a:solidFill>
            <a:schemeClr val="bg2">
              <a:lumMod val="75000"/>
            </a:schemeClr>
          </a:solidFill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1C07B7AC-5EB0-903E-8210-9B488BF9C299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9B14F852-524E-B50D-8A57-BB2647F7CC33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7A6B212F-9B89-E6AC-6B51-5945E4054698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5EC4807F-0F1E-BECF-7A7F-86D47284ECAD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A59737DA-D6A6-3C56-BD4B-49CF748056FA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E13CB606-27E5-DD98-B8F8-B3C9270C7B44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1FC624C8-0237-D675-A5C9-6144E31CCDF6}"/>
                </a:ext>
              </a:extLst>
            </p:cNvPr>
            <p:cNvSpPr/>
            <p:nvPr/>
          </p:nvSpPr>
          <p:spPr>
            <a:xfrm>
              <a:off x="2556943" y="1602857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6E2856D6-B251-035A-C956-9585BFDB5F26}"/>
                </a:ext>
              </a:extLst>
            </p:cNvPr>
            <p:cNvSpPr/>
            <p:nvPr/>
          </p:nvSpPr>
          <p:spPr>
            <a:xfrm>
              <a:off x="1983007" y="1750609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78A100A9-9B24-442B-3C1B-F0C335B154ED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07C436D6-1062-4921-820E-2ECFCAE4563D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EE2A4C8E-4AD8-449B-D9ED-ED7B905E1AF5}"/>
                </a:ext>
              </a:extLst>
            </p:cNvPr>
            <p:cNvSpPr/>
            <p:nvPr/>
          </p:nvSpPr>
          <p:spPr>
            <a:xfrm>
              <a:off x="2294989" y="1740283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C92E588E-12EB-4803-E979-BE8487003EA6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E247CAD2-0DBD-C44F-AD6C-65823CF44CC2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F81DE3FC-5BFF-9C35-E6DE-185C5321290E}"/>
                </a:ext>
              </a:extLst>
            </p:cNvPr>
            <p:cNvSpPr/>
            <p:nvPr/>
          </p:nvSpPr>
          <p:spPr>
            <a:xfrm>
              <a:off x="1813160" y="2614746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F8C64A30-B1C8-F53B-B552-2DB0602069AE}"/>
                </a:ext>
              </a:extLst>
            </p:cNvPr>
            <p:cNvSpPr/>
            <p:nvPr/>
          </p:nvSpPr>
          <p:spPr>
            <a:xfrm>
              <a:off x="2513347" y="2608389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76C3EA94-E3C7-0231-1BA7-2438F92AA915}"/>
                </a:ext>
              </a:extLst>
            </p:cNvPr>
            <p:cNvCxnSpPr>
              <a:cxnSpLocks/>
              <a:stCxn id="37" idx="3"/>
              <a:endCxn id="38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314B219C-B112-3225-F703-89819E4B4E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C48AD786-4EE4-A2C3-F4AD-95873DA2F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26B87802-90BE-27E2-8F54-6F26E404D896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E4AF94AF-329C-F7A3-ADFF-DA55596CC7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C6B91476-1CA5-D451-1618-6C19F8217FDB}"/>
                </a:ext>
              </a:extLst>
            </p:cNvPr>
            <p:cNvCxnSpPr>
              <a:cxnSpLocks/>
            </p:cNvCxnSpPr>
            <p:nvPr/>
          </p:nvCxnSpPr>
          <p:spPr>
            <a:xfrm>
              <a:off x="2512843" y="1387904"/>
              <a:ext cx="105524" cy="274470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41541D86-6AD8-8395-7299-508D1E795F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068" y="915916"/>
              <a:ext cx="122512" cy="867275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64F34277-3360-C1AA-E6DC-E8ECFDBB09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792716"/>
              <a:ext cx="56062" cy="399763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1F03F066-7AFC-56C5-FDE6-9E12E33593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82FD5BFA-4ECB-FD1C-81FC-506CC47CA8B0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77397" cy="869752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8FE947E2-C1AF-D89F-EBD7-40F714E0073E}"/>
                </a:ext>
              </a:extLst>
            </p:cNvPr>
            <p:cNvCxnSpPr>
              <a:cxnSpLocks/>
            </p:cNvCxnSpPr>
            <p:nvPr/>
          </p:nvCxnSpPr>
          <p:spPr>
            <a:xfrm>
              <a:off x="2331868" y="1778429"/>
              <a:ext cx="102465" cy="377853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787089C1-F4FE-76A8-C0D2-45F35A3CA7B6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直接连接符 511">
              <a:extLst>
                <a:ext uri="{FF2B5EF4-FFF2-40B4-BE49-F238E27FC236}">
                  <a16:creationId xmlns:a16="http://schemas.microsoft.com/office/drawing/2014/main" id="{BA637A2F-8883-FC27-8B5A-A044634B21A1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41802" cy="85988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直接连接符 512">
              <a:extLst>
                <a:ext uri="{FF2B5EF4-FFF2-40B4-BE49-F238E27FC236}">
                  <a16:creationId xmlns:a16="http://schemas.microsoft.com/office/drawing/2014/main" id="{41D27DFE-FE9C-4A74-1051-4E6665D75B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880" y="2547214"/>
              <a:ext cx="67449" cy="117154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4" name="组合 513">
            <a:extLst>
              <a:ext uri="{FF2B5EF4-FFF2-40B4-BE49-F238E27FC236}">
                <a16:creationId xmlns:a16="http://schemas.microsoft.com/office/drawing/2014/main" id="{0E932257-4336-5297-FF7E-F42BBD919092}"/>
              </a:ext>
            </a:extLst>
          </p:cNvPr>
          <p:cNvGrpSpPr/>
          <p:nvPr/>
        </p:nvGrpSpPr>
        <p:grpSpPr>
          <a:xfrm>
            <a:off x="11325429" y="72572"/>
            <a:ext cx="986329" cy="1810704"/>
            <a:chOff x="1647063" y="880491"/>
            <a:chExt cx="986329" cy="1810704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515" name="椭圆 514">
              <a:extLst>
                <a:ext uri="{FF2B5EF4-FFF2-40B4-BE49-F238E27FC236}">
                  <a16:creationId xmlns:a16="http://schemas.microsoft.com/office/drawing/2014/main" id="{6D1D21E7-7AA8-9930-4816-E3DD09D7E7F0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6" name="椭圆 515">
              <a:extLst>
                <a:ext uri="{FF2B5EF4-FFF2-40B4-BE49-F238E27FC236}">
                  <a16:creationId xmlns:a16="http://schemas.microsoft.com/office/drawing/2014/main" id="{571A71C9-75FA-06C0-7959-05D67B2B89A3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7" name="椭圆 516">
              <a:extLst>
                <a:ext uri="{FF2B5EF4-FFF2-40B4-BE49-F238E27FC236}">
                  <a16:creationId xmlns:a16="http://schemas.microsoft.com/office/drawing/2014/main" id="{8C8F36A5-D488-3C01-E27B-13BEFBFAC888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8" name="椭圆 517">
              <a:extLst>
                <a:ext uri="{FF2B5EF4-FFF2-40B4-BE49-F238E27FC236}">
                  <a16:creationId xmlns:a16="http://schemas.microsoft.com/office/drawing/2014/main" id="{FAB24C31-BE52-F2E0-39EB-174EF38E296B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9" name="椭圆 518">
              <a:extLst>
                <a:ext uri="{FF2B5EF4-FFF2-40B4-BE49-F238E27FC236}">
                  <a16:creationId xmlns:a16="http://schemas.microsoft.com/office/drawing/2014/main" id="{66E9B7E3-9A8F-D719-35D5-CAED07EDD636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0" name="椭圆 519">
              <a:extLst>
                <a:ext uri="{FF2B5EF4-FFF2-40B4-BE49-F238E27FC236}">
                  <a16:creationId xmlns:a16="http://schemas.microsoft.com/office/drawing/2014/main" id="{386572C2-1B21-A028-5726-1E590F3734F6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1" name="椭圆 520">
              <a:extLst>
                <a:ext uri="{FF2B5EF4-FFF2-40B4-BE49-F238E27FC236}">
                  <a16:creationId xmlns:a16="http://schemas.microsoft.com/office/drawing/2014/main" id="{06BF1BCA-77E0-0627-628B-9E06B6F8760C}"/>
                </a:ext>
              </a:extLst>
            </p:cNvPr>
            <p:cNvSpPr/>
            <p:nvPr/>
          </p:nvSpPr>
          <p:spPr>
            <a:xfrm>
              <a:off x="2556943" y="160285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2" name="椭圆 521">
              <a:extLst>
                <a:ext uri="{FF2B5EF4-FFF2-40B4-BE49-F238E27FC236}">
                  <a16:creationId xmlns:a16="http://schemas.microsoft.com/office/drawing/2014/main" id="{79F04A6D-937A-2E1C-7ECE-8845C357780B}"/>
                </a:ext>
              </a:extLst>
            </p:cNvPr>
            <p:cNvSpPr/>
            <p:nvPr/>
          </p:nvSpPr>
          <p:spPr>
            <a:xfrm>
              <a:off x="1983007" y="175060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3" name="椭圆 522">
              <a:extLst>
                <a:ext uri="{FF2B5EF4-FFF2-40B4-BE49-F238E27FC236}">
                  <a16:creationId xmlns:a16="http://schemas.microsoft.com/office/drawing/2014/main" id="{6CBBAED7-2478-5492-4512-6E66A4B04CAE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4" name="椭圆 523">
              <a:extLst>
                <a:ext uri="{FF2B5EF4-FFF2-40B4-BE49-F238E27FC236}">
                  <a16:creationId xmlns:a16="http://schemas.microsoft.com/office/drawing/2014/main" id="{2D42F448-F962-A255-3E96-87140BFBF989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5" name="椭圆 524">
              <a:extLst>
                <a:ext uri="{FF2B5EF4-FFF2-40B4-BE49-F238E27FC236}">
                  <a16:creationId xmlns:a16="http://schemas.microsoft.com/office/drawing/2014/main" id="{B20AAE72-9FEA-20F9-C495-E8137763581B}"/>
                </a:ext>
              </a:extLst>
            </p:cNvPr>
            <p:cNvSpPr/>
            <p:nvPr/>
          </p:nvSpPr>
          <p:spPr>
            <a:xfrm>
              <a:off x="2294989" y="1740283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6" name="椭圆 525">
              <a:extLst>
                <a:ext uri="{FF2B5EF4-FFF2-40B4-BE49-F238E27FC236}">
                  <a16:creationId xmlns:a16="http://schemas.microsoft.com/office/drawing/2014/main" id="{4E38270C-4BD0-77EA-D37A-7F8D58E21989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7" name="椭圆 526">
              <a:extLst>
                <a:ext uri="{FF2B5EF4-FFF2-40B4-BE49-F238E27FC236}">
                  <a16:creationId xmlns:a16="http://schemas.microsoft.com/office/drawing/2014/main" id="{5B858958-E748-BB9B-A635-FCB76B4AFEBB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8" name="椭圆 527">
              <a:extLst>
                <a:ext uri="{FF2B5EF4-FFF2-40B4-BE49-F238E27FC236}">
                  <a16:creationId xmlns:a16="http://schemas.microsoft.com/office/drawing/2014/main" id="{CA1C7614-71E0-BC0A-9977-6B71C541B817}"/>
                </a:ext>
              </a:extLst>
            </p:cNvPr>
            <p:cNvSpPr/>
            <p:nvPr/>
          </p:nvSpPr>
          <p:spPr>
            <a:xfrm>
              <a:off x="1813160" y="261474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9" name="椭圆 528">
              <a:extLst>
                <a:ext uri="{FF2B5EF4-FFF2-40B4-BE49-F238E27FC236}">
                  <a16:creationId xmlns:a16="http://schemas.microsoft.com/office/drawing/2014/main" id="{4463789B-67CE-705A-5E0E-E21891EF50CC}"/>
                </a:ext>
              </a:extLst>
            </p:cNvPr>
            <p:cNvSpPr/>
            <p:nvPr/>
          </p:nvSpPr>
          <p:spPr>
            <a:xfrm>
              <a:off x="2513347" y="260838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0" name="直接连接符 529">
              <a:extLst>
                <a:ext uri="{FF2B5EF4-FFF2-40B4-BE49-F238E27FC236}">
                  <a16:creationId xmlns:a16="http://schemas.microsoft.com/office/drawing/2014/main" id="{F2606669-98F4-CCA3-D23F-5E4DFD853ED7}"/>
                </a:ext>
              </a:extLst>
            </p:cNvPr>
            <p:cNvCxnSpPr>
              <a:cxnSpLocks/>
              <a:stCxn id="515" idx="3"/>
              <a:endCxn id="516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直接连接符 530">
              <a:extLst>
                <a:ext uri="{FF2B5EF4-FFF2-40B4-BE49-F238E27FC236}">
                  <a16:creationId xmlns:a16="http://schemas.microsoft.com/office/drawing/2014/main" id="{5CE122BA-205D-5BBE-1D41-26E96862BA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直接连接符 531">
              <a:extLst>
                <a:ext uri="{FF2B5EF4-FFF2-40B4-BE49-F238E27FC236}">
                  <a16:creationId xmlns:a16="http://schemas.microsoft.com/office/drawing/2014/main" id="{AB1FC84A-3991-EFB4-2D81-9644498BA2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直接连接符 532">
              <a:extLst>
                <a:ext uri="{FF2B5EF4-FFF2-40B4-BE49-F238E27FC236}">
                  <a16:creationId xmlns:a16="http://schemas.microsoft.com/office/drawing/2014/main" id="{CDCE17B8-17F1-8393-84E8-9AD9160B5EE8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直接连接符 533">
              <a:extLst>
                <a:ext uri="{FF2B5EF4-FFF2-40B4-BE49-F238E27FC236}">
                  <a16:creationId xmlns:a16="http://schemas.microsoft.com/office/drawing/2014/main" id="{7FE18D7C-BCD0-624A-B8BC-FEC64A8216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直接连接符 534">
              <a:extLst>
                <a:ext uri="{FF2B5EF4-FFF2-40B4-BE49-F238E27FC236}">
                  <a16:creationId xmlns:a16="http://schemas.microsoft.com/office/drawing/2014/main" id="{2D6544E3-BAD7-BF25-60A9-DD2B0EE5AC37}"/>
                </a:ext>
              </a:extLst>
            </p:cNvPr>
            <p:cNvCxnSpPr>
              <a:cxnSpLocks/>
            </p:cNvCxnSpPr>
            <p:nvPr/>
          </p:nvCxnSpPr>
          <p:spPr>
            <a:xfrm>
              <a:off x="2512843" y="1387904"/>
              <a:ext cx="105524" cy="27447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直接连接符 535">
              <a:extLst>
                <a:ext uri="{FF2B5EF4-FFF2-40B4-BE49-F238E27FC236}">
                  <a16:creationId xmlns:a16="http://schemas.microsoft.com/office/drawing/2014/main" id="{69C86224-8615-0205-4C6B-AA5746D4B8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068" y="915916"/>
              <a:ext cx="122512" cy="867275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直接连接符 536">
              <a:extLst>
                <a:ext uri="{FF2B5EF4-FFF2-40B4-BE49-F238E27FC236}">
                  <a16:creationId xmlns:a16="http://schemas.microsoft.com/office/drawing/2014/main" id="{29DA2577-7096-1560-76A6-B44B9EEEFF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792716"/>
              <a:ext cx="56062" cy="399763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直接连接符 537">
              <a:extLst>
                <a:ext uri="{FF2B5EF4-FFF2-40B4-BE49-F238E27FC236}">
                  <a16:creationId xmlns:a16="http://schemas.microsoft.com/office/drawing/2014/main" id="{1A27163E-72B2-36D7-3219-59214BA8A1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直接连接符 538">
              <a:extLst>
                <a:ext uri="{FF2B5EF4-FFF2-40B4-BE49-F238E27FC236}">
                  <a16:creationId xmlns:a16="http://schemas.microsoft.com/office/drawing/2014/main" id="{CB9D9CAF-F401-A67D-ECA9-5C30DD7DD810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77397" cy="869752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直接连接符 539">
              <a:extLst>
                <a:ext uri="{FF2B5EF4-FFF2-40B4-BE49-F238E27FC236}">
                  <a16:creationId xmlns:a16="http://schemas.microsoft.com/office/drawing/2014/main" id="{A22C3B7E-0D84-55D1-322E-33E01652F51B}"/>
                </a:ext>
              </a:extLst>
            </p:cNvPr>
            <p:cNvCxnSpPr>
              <a:cxnSpLocks/>
            </p:cNvCxnSpPr>
            <p:nvPr/>
          </p:nvCxnSpPr>
          <p:spPr>
            <a:xfrm>
              <a:off x="2331868" y="1778429"/>
              <a:ext cx="102465" cy="377853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直接连接符 540">
              <a:extLst>
                <a:ext uri="{FF2B5EF4-FFF2-40B4-BE49-F238E27FC236}">
                  <a16:creationId xmlns:a16="http://schemas.microsoft.com/office/drawing/2014/main" id="{83C7DE05-31D6-DFEA-00A9-5DA70DE56DCE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直接连接符 541">
              <a:extLst>
                <a:ext uri="{FF2B5EF4-FFF2-40B4-BE49-F238E27FC236}">
                  <a16:creationId xmlns:a16="http://schemas.microsoft.com/office/drawing/2014/main" id="{64202597-0B97-FD0A-37BC-A6EC986E25AA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41802" cy="85988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直接连接符 542">
              <a:extLst>
                <a:ext uri="{FF2B5EF4-FFF2-40B4-BE49-F238E27FC236}">
                  <a16:creationId xmlns:a16="http://schemas.microsoft.com/office/drawing/2014/main" id="{49DF35EE-0B0D-9192-3276-3BA3719418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880" y="2547214"/>
              <a:ext cx="67449" cy="117154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4" name="组合 543">
            <a:extLst>
              <a:ext uri="{FF2B5EF4-FFF2-40B4-BE49-F238E27FC236}">
                <a16:creationId xmlns:a16="http://schemas.microsoft.com/office/drawing/2014/main" id="{E37D8127-9E12-1ABF-517D-80AEFCC065D7}"/>
              </a:ext>
            </a:extLst>
          </p:cNvPr>
          <p:cNvGrpSpPr/>
          <p:nvPr/>
        </p:nvGrpSpPr>
        <p:grpSpPr>
          <a:xfrm>
            <a:off x="11152725" y="200620"/>
            <a:ext cx="986329" cy="1810704"/>
            <a:chOff x="1647063" y="880491"/>
            <a:chExt cx="986329" cy="1810704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545" name="椭圆 544">
              <a:extLst>
                <a:ext uri="{FF2B5EF4-FFF2-40B4-BE49-F238E27FC236}">
                  <a16:creationId xmlns:a16="http://schemas.microsoft.com/office/drawing/2014/main" id="{3F96B067-C53E-3A86-77F6-9D8E00BFAD65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6" name="椭圆 545">
              <a:extLst>
                <a:ext uri="{FF2B5EF4-FFF2-40B4-BE49-F238E27FC236}">
                  <a16:creationId xmlns:a16="http://schemas.microsoft.com/office/drawing/2014/main" id="{1A734088-DAF9-81F3-CFB6-FB7ED524E9B6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7" name="椭圆 546">
              <a:extLst>
                <a:ext uri="{FF2B5EF4-FFF2-40B4-BE49-F238E27FC236}">
                  <a16:creationId xmlns:a16="http://schemas.microsoft.com/office/drawing/2014/main" id="{DA0A599F-941C-C5B4-55C8-A4E99957B458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8" name="椭圆 547">
              <a:extLst>
                <a:ext uri="{FF2B5EF4-FFF2-40B4-BE49-F238E27FC236}">
                  <a16:creationId xmlns:a16="http://schemas.microsoft.com/office/drawing/2014/main" id="{4C26765D-69B0-3878-1649-1D72DB7085E0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9" name="椭圆 548">
              <a:extLst>
                <a:ext uri="{FF2B5EF4-FFF2-40B4-BE49-F238E27FC236}">
                  <a16:creationId xmlns:a16="http://schemas.microsoft.com/office/drawing/2014/main" id="{727D5EF0-2F39-C4AC-C98D-FBEB9C552D17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0" name="椭圆 549">
              <a:extLst>
                <a:ext uri="{FF2B5EF4-FFF2-40B4-BE49-F238E27FC236}">
                  <a16:creationId xmlns:a16="http://schemas.microsoft.com/office/drawing/2014/main" id="{CBA96FA5-B960-2996-08F3-B47E0692355F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1" name="椭圆 550">
              <a:extLst>
                <a:ext uri="{FF2B5EF4-FFF2-40B4-BE49-F238E27FC236}">
                  <a16:creationId xmlns:a16="http://schemas.microsoft.com/office/drawing/2014/main" id="{9A71A516-D534-C732-F5B5-C5CBA718AACE}"/>
                </a:ext>
              </a:extLst>
            </p:cNvPr>
            <p:cNvSpPr/>
            <p:nvPr/>
          </p:nvSpPr>
          <p:spPr>
            <a:xfrm>
              <a:off x="2556943" y="160285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2" name="椭圆 551">
              <a:extLst>
                <a:ext uri="{FF2B5EF4-FFF2-40B4-BE49-F238E27FC236}">
                  <a16:creationId xmlns:a16="http://schemas.microsoft.com/office/drawing/2014/main" id="{D3A6C5E8-B939-0D0C-D981-243086D35C12}"/>
                </a:ext>
              </a:extLst>
            </p:cNvPr>
            <p:cNvSpPr/>
            <p:nvPr/>
          </p:nvSpPr>
          <p:spPr>
            <a:xfrm>
              <a:off x="1983007" y="175060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3" name="椭圆 552">
              <a:extLst>
                <a:ext uri="{FF2B5EF4-FFF2-40B4-BE49-F238E27FC236}">
                  <a16:creationId xmlns:a16="http://schemas.microsoft.com/office/drawing/2014/main" id="{92A65F50-15FF-EDEB-3AE0-3267EFD63149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4" name="椭圆 553">
              <a:extLst>
                <a:ext uri="{FF2B5EF4-FFF2-40B4-BE49-F238E27FC236}">
                  <a16:creationId xmlns:a16="http://schemas.microsoft.com/office/drawing/2014/main" id="{19F37F2D-3A50-8F34-CE5E-E0902A8189BB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5" name="椭圆 554">
              <a:extLst>
                <a:ext uri="{FF2B5EF4-FFF2-40B4-BE49-F238E27FC236}">
                  <a16:creationId xmlns:a16="http://schemas.microsoft.com/office/drawing/2014/main" id="{A344B036-F8A8-E933-B499-B649B9983175}"/>
                </a:ext>
              </a:extLst>
            </p:cNvPr>
            <p:cNvSpPr/>
            <p:nvPr/>
          </p:nvSpPr>
          <p:spPr>
            <a:xfrm>
              <a:off x="2294989" y="1740283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6" name="椭圆 555">
              <a:extLst>
                <a:ext uri="{FF2B5EF4-FFF2-40B4-BE49-F238E27FC236}">
                  <a16:creationId xmlns:a16="http://schemas.microsoft.com/office/drawing/2014/main" id="{6C1CA2E9-D904-F6BC-E3B2-4ECA2C6232B4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7" name="椭圆 556">
              <a:extLst>
                <a:ext uri="{FF2B5EF4-FFF2-40B4-BE49-F238E27FC236}">
                  <a16:creationId xmlns:a16="http://schemas.microsoft.com/office/drawing/2014/main" id="{A87692E3-BF16-DD26-0B9F-89A29A28A914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8" name="椭圆 557">
              <a:extLst>
                <a:ext uri="{FF2B5EF4-FFF2-40B4-BE49-F238E27FC236}">
                  <a16:creationId xmlns:a16="http://schemas.microsoft.com/office/drawing/2014/main" id="{AB5935F2-92AF-F555-D29A-E83377402BAC}"/>
                </a:ext>
              </a:extLst>
            </p:cNvPr>
            <p:cNvSpPr/>
            <p:nvPr/>
          </p:nvSpPr>
          <p:spPr>
            <a:xfrm>
              <a:off x="1813160" y="261474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2" name="椭圆 561">
              <a:extLst>
                <a:ext uri="{FF2B5EF4-FFF2-40B4-BE49-F238E27FC236}">
                  <a16:creationId xmlns:a16="http://schemas.microsoft.com/office/drawing/2014/main" id="{B153F448-6D0D-949A-FA35-8E6710EB9FDB}"/>
                </a:ext>
              </a:extLst>
            </p:cNvPr>
            <p:cNvSpPr/>
            <p:nvPr/>
          </p:nvSpPr>
          <p:spPr>
            <a:xfrm>
              <a:off x="2513347" y="260838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3" name="直接连接符 562">
              <a:extLst>
                <a:ext uri="{FF2B5EF4-FFF2-40B4-BE49-F238E27FC236}">
                  <a16:creationId xmlns:a16="http://schemas.microsoft.com/office/drawing/2014/main" id="{6A476BD8-FC77-C5EF-7917-4E6EE6DC0238}"/>
                </a:ext>
              </a:extLst>
            </p:cNvPr>
            <p:cNvCxnSpPr>
              <a:cxnSpLocks/>
              <a:stCxn id="545" idx="3"/>
              <a:endCxn id="546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直接连接符 564">
              <a:extLst>
                <a:ext uri="{FF2B5EF4-FFF2-40B4-BE49-F238E27FC236}">
                  <a16:creationId xmlns:a16="http://schemas.microsoft.com/office/drawing/2014/main" id="{30B6833B-A3F4-DB6B-E30E-970475A897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直接连接符 565">
              <a:extLst>
                <a:ext uri="{FF2B5EF4-FFF2-40B4-BE49-F238E27FC236}">
                  <a16:creationId xmlns:a16="http://schemas.microsoft.com/office/drawing/2014/main" id="{6376BE47-AAA0-4274-3A9C-C201AA8F0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直接连接符 566">
              <a:extLst>
                <a:ext uri="{FF2B5EF4-FFF2-40B4-BE49-F238E27FC236}">
                  <a16:creationId xmlns:a16="http://schemas.microsoft.com/office/drawing/2014/main" id="{CC734B36-DF1E-F597-F492-3A43A40A13F7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直接连接符 567">
              <a:extLst>
                <a:ext uri="{FF2B5EF4-FFF2-40B4-BE49-F238E27FC236}">
                  <a16:creationId xmlns:a16="http://schemas.microsoft.com/office/drawing/2014/main" id="{9E1805BB-0B01-BD00-0561-1AEED0AEF0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直接连接符 568">
              <a:extLst>
                <a:ext uri="{FF2B5EF4-FFF2-40B4-BE49-F238E27FC236}">
                  <a16:creationId xmlns:a16="http://schemas.microsoft.com/office/drawing/2014/main" id="{F801991A-5A54-B861-E3B5-B876F9CA24DB}"/>
                </a:ext>
              </a:extLst>
            </p:cNvPr>
            <p:cNvCxnSpPr>
              <a:cxnSpLocks/>
            </p:cNvCxnSpPr>
            <p:nvPr/>
          </p:nvCxnSpPr>
          <p:spPr>
            <a:xfrm>
              <a:off x="2512843" y="1387904"/>
              <a:ext cx="105524" cy="27447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直接连接符 569">
              <a:extLst>
                <a:ext uri="{FF2B5EF4-FFF2-40B4-BE49-F238E27FC236}">
                  <a16:creationId xmlns:a16="http://schemas.microsoft.com/office/drawing/2014/main" id="{EBB93899-57EC-6261-FAC9-EF0FF4EDCE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068" y="915916"/>
              <a:ext cx="122512" cy="867275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直接连接符 570">
              <a:extLst>
                <a:ext uri="{FF2B5EF4-FFF2-40B4-BE49-F238E27FC236}">
                  <a16:creationId xmlns:a16="http://schemas.microsoft.com/office/drawing/2014/main" id="{CCB18480-62DC-79BC-E938-41560B3FD6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792716"/>
              <a:ext cx="56062" cy="399763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直接连接符 571">
              <a:extLst>
                <a:ext uri="{FF2B5EF4-FFF2-40B4-BE49-F238E27FC236}">
                  <a16:creationId xmlns:a16="http://schemas.microsoft.com/office/drawing/2014/main" id="{45455618-1D41-3ACD-9B0A-5A4350BA6B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直接连接符 572">
              <a:extLst>
                <a:ext uri="{FF2B5EF4-FFF2-40B4-BE49-F238E27FC236}">
                  <a16:creationId xmlns:a16="http://schemas.microsoft.com/office/drawing/2014/main" id="{2E819EA4-F6ED-0DC5-9442-8DB7F949FC90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77397" cy="869752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直接连接符 573">
              <a:extLst>
                <a:ext uri="{FF2B5EF4-FFF2-40B4-BE49-F238E27FC236}">
                  <a16:creationId xmlns:a16="http://schemas.microsoft.com/office/drawing/2014/main" id="{E576C40F-7D9A-EE8E-EC38-215D38DC04E4}"/>
                </a:ext>
              </a:extLst>
            </p:cNvPr>
            <p:cNvCxnSpPr>
              <a:cxnSpLocks/>
            </p:cNvCxnSpPr>
            <p:nvPr/>
          </p:nvCxnSpPr>
          <p:spPr>
            <a:xfrm>
              <a:off x="2331868" y="1778429"/>
              <a:ext cx="102465" cy="377853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直接连接符 574">
              <a:extLst>
                <a:ext uri="{FF2B5EF4-FFF2-40B4-BE49-F238E27FC236}">
                  <a16:creationId xmlns:a16="http://schemas.microsoft.com/office/drawing/2014/main" id="{12621143-4C44-4FB6-5F21-26C17536F7B3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1CD49282-6040-A796-702E-EE564EA0329A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41802" cy="85988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F495B335-B11F-AB6C-CBAB-30ACE20A42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880" y="2547214"/>
              <a:ext cx="67449" cy="117154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A29EE906-999F-EED1-2BA9-B5CC17FB7DB8}"/>
              </a:ext>
            </a:extLst>
          </p:cNvPr>
          <p:cNvSpPr/>
          <p:nvPr/>
        </p:nvSpPr>
        <p:spPr>
          <a:xfrm rot="5400000">
            <a:off x="3813191" y="985142"/>
            <a:ext cx="3374357" cy="40641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Embedding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A2EFD3CE-B177-F13B-FD8D-9EED49DE62B1}"/>
              </a:ext>
            </a:extLst>
          </p:cNvPr>
          <p:cNvSpPr/>
          <p:nvPr/>
        </p:nvSpPr>
        <p:spPr>
          <a:xfrm rot="5400000">
            <a:off x="4574643" y="985141"/>
            <a:ext cx="3374356" cy="40641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Positional Encoding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D5FF0628-7D4A-57F4-88C8-E03F6B433CF6}"/>
              </a:ext>
            </a:extLst>
          </p:cNvPr>
          <p:cNvCxnSpPr>
            <a:cxnSpLocks/>
            <a:stCxn id="66" idx="0"/>
            <a:endCxn id="67" idx="2"/>
          </p:cNvCxnSpPr>
          <p:nvPr/>
        </p:nvCxnSpPr>
        <p:spPr>
          <a:xfrm flipV="1">
            <a:off x="5703577" y="1188349"/>
            <a:ext cx="35503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39C873C1-4DE1-8EA2-9FDA-119EEEEDC992}"/>
              </a:ext>
            </a:extLst>
          </p:cNvPr>
          <p:cNvSpPr/>
          <p:nvPr/>
        </p:nvSpPr>
        <p:spPr>
          <a:xfrm rot="5400000">
            <a:off x="596302" y="993105"/>
            <a:ext cx="2869646" cy="40641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Backbone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73" name="立方体 72">
            <a:extLst>
              <a:ext uri="{FF2B5EF4-FFF2-40B4-BE49-F238E27FC236}">
                <a16:creationId xmlns:a16="http://schemas.microsoft.com/office/drawing/2014/main" id="{5D34A232-D6C5-A21A-86ED-9175F4455C77}"/>
              </a:ext>
            </a:extLst>
          </p:cNvPr>
          <p:cNvSpPr/>
          <p:nvPr/>
        </p:nvSpPr>
        <p:spPr>
          <a:xfrm>
            <a:off x="7089954" y="546132"/>
            <a:ext cx="2362432" cy="1227263"/>
          </a:xfrm>
          <a:prstGeom prst="cube">
            <a:avLst>
              <a:gd name="adj" fmla="val 75421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74" name="立方体 73">
            <a:extLst>
              <a:ext uri="{FF2B5EF4-FFF2-40B4-BE49-F238E27FC236}">
                <a16:creationId xmlns:a16="http://schemas.microsoft.com/office/drawing/2014/main" id="{4AA68224-F13D-2045-7EDE-143009DFF081}"/>
              </a:ext>
            </a:extLst>
          </p:cNvPr>
          <p:cNvSpPr/>
          <p:nvPr/>
        </p:nvSpPr>
        <p:spPr>
          <a:xfrm>
            <a:off x="9425433" y="546133"/>
            <a:ext cx="717224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立方体 75">
            <a:extLst>
              <a:ext uri="{FF2B5EF4-FFF2-40B4-BE49-F238E27FC236}">
                <a16:creationId xmlns:a16="http://schemas.microsoft.com/office/drawing/2014/main" id="{36103062-4E71-BC56-5882-2070893B3364}"/>
              </a:ext>
            </a:extLst>
          </p:cNvPr>
          <p:cNvSpPr/>
          <p:nvPr/>
        </p:nvSpPr>
        <p:spPr>
          <a:xfrm>
            <a:off x="9221866" y="736143"/>
            <a:ext cx="717224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立方体 76">
            <a:extLst>
              <a:ext uri="{FF2B5EF4-FFF2-40B4-BE49-F238E27FC236}">
                <a16:creationId xmlns:a16="http://schemas.microsoft.com/office/drawing/2014/main" id="{498F4698-82FE-A0A5-08A6-A1495AD995A4}"/>
              </a:ext>
            </a:extLst>
          </p:cNvPr>
          <p:cNvSpPr/>
          <p:nvPr/>
        </p:nvSpPr>
        <p:spPr>
          <a:xfrm>
            <a:off x="9017177" y="932261"/>
            <a:ext cx="717224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立方体 77">
            <a:extLst>
              <a:ext uri="{FF2B5EF4-FFF2-40B4-BE49-F238E27FC236}">
                <a16:creationId xmlns:a16="http://schemas.microsoft.com/office/drawing/2014/main" id="{26F86C3F-6261-88B4-F18A-0AA25ED772C7}"/>
              </a:ext>
            </a:extLst>
          </p:cNvPr>
          <p:cNvSpPr/>
          <p:nvPr/>
        </p:nvSpPr>
        <p:spPr>
          <a:xfrm>
            <a:off x="8812488" y="1148070"/>
            <a:ext cx="717224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立方体 78">
            <a:extLst>
              <a:ext uri="{FF2B5EF4-FFF2-40B4-BE49-F238E27FC236}">
                <a16:creationId xmlns:a16="http://schemas.microsoft.com/office/drawing/2014/main" id="{25D2582A-4DE4-A021-89A3-418BDD662C8D}"/>
              </a:ext>
            </a:extLst>
          </p:cNvPr>
          <p:cNvSpPr/>
          <p:nvPr/>
        </p:nvSpPr>
        <p:spPr>
          <a:xfrm>
            <a:off x="8607799" y="1341779"/>
            <a:ext cx="717224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立方体 80">
            <a:extLst>
              <a:ext uri="{FF2B5EF4-FFF2-40B4-BE49-F238E27FC236}">
                <a16:creationId xmlns:a16="http://schemas.microsoft.com/office/drawing/2014/main" id="{C1DB3C61-BE70-64D5-036F-3AD9692A1645}"/>
              </a:ext>
            </a:extLst>
          </p:cNvPr>
          <p:cNvSpPr/>
          <p:nvPr/>
        </p:nvSpPr>
        <p:spPr>
          <a:xfrm>
            <a:off x="10083758" y="546133"/>
            <a:ext cx="468277" cy="431617"/>
          </a:xfrm>
          <a:prstGeom prst="cube">
            <a:avLst>
              <a:gd name="adj" fmla="val 30566"/>
            </a:avLst>
          </a:prstGeom>
          <a:solidFill>
            <a:srgbClr val="1560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立方体 81">
            <a:extLst>
              <a:ext uri="{FF2B5EF4-FFF2-40B4-BE49-F238E27FC236}">
                <a16:creationId xmlns:a16="http://schemas.microsoft.com/office/drawing/2014/main" id="{DA6220DF-E8D3-EE7F-62ED-184AA9269995}"/>
              </a:ext>
            </a:extLst>
          </p:cNvPr>
          <p:cNvSpPr/>
          <p:nvPr/>
        </p:nvSpPr>
        <p:spPr>
          <a:xfrm>
            <a:off x="9880191" y="736143"/>
            <a:ext cx="468277" cy="431617"/>
          </a:xfrm>
          <a:prstGeom prst="cube">
            <a:avLst>
              <a:gd name="adj" fmla="val 30566"/>
            </a:avLst>
          </a:prstGeom>
          <a:solidFill>
            <a:srgbClr val="1560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立方体 82">
            <a:extLst>
              <a:ext uri="{FF2B5EF4-FFF2-40B4-BE49-F238E27FC236}">
                <a16:creationId xmlns:a16="http://schemas.microsoft.com/office/drawing/2014/main" id="{6C7F3F9B-EF26-7095-3D6A-41295C28D840}"/>
              </a:ext>
            </a:extLst>
          </p:cNvPr>
          <p:cNvSpPr/>
          <p:nvPr/>
        </p:nvSpPr>
        <p:spPr>
          <a:xfrm>
            <a:off x="9675502" y="932261"/>
            <a:ext cx="468277" cy="431617"/>
          </a:xfrm>
          <a:prstGeom prst="cube">
            <a:avLst>
              <a:gd name="adj" fmla="val 30566"/>
            </a:avLst>
          </a:prstGeom>
          <a:solidFill>
            <a:srgbClr val="1560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立方体 83">
            <a:extLst>
              <a:ext uri="{FF2B5EF4-FFF2-40B4-BE49-F238E27FC236}">
                <a16:creationId xmlns:a16="http://schemas.microsoft.com/office/drawing/2014/main" id="{D5A5214D-9CC6-6D75-9EC8-F2B377A6F01D}"/>
              </a:ext>
            </a:extLst>
          </p:cNvPr>
          <p:cNvSpPr/>
          <p:nvPr/>
        </p:nvSpPr>
        <p:spPr>
          <a:xfrm>
            <a:off x="9470813" y="1148070"/>
            <a:ext cx="468277" cy="431617"/>
          </a:xfrm>
          <a:prstGeom prst="cube">
            <a:avLst>
              <a:gd name="adj" fmla="val 30566"/>
            </a:avLst>
          </a:prstGeom>
          <a:solidFill>
            <a:srgbClr val="1560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立方体 84">
            <a:extLst>
              <a:ext uri="{FF2B5EF4-FFF2-40B4-BE49-F238E27FC236}">
                <a16:creationId xmlns:a16="http://schemas.microsoft.com/office/drawing/2014/main" id="{AC49C57C-83C6-7613-CC61-2FEA697AED4F}"/>
              </a:ext>
            </a:extLst>
          </p:cNvPr>
          <p:cNvSpPr/>
          <p:nvPr/>
        </p:nvSpPr>
        <p:spPr>
          <a:xfrm>
            <a:off x="9266124" y="1341779"/>
            <a:ext cx="468277" cy="431617"/>
          </a:xfrm>
          <a:prstGeom prst="cube">
            <a:avLst>
              <a:gd name="adj" fmla="val 30566"/>
            </a:avLst>
          </a:prstGeom>
          <a:solidFill>
            <a:srgbClr val="1560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立方体 85">
            <a:extLst>
              <a:ext uri="{FF2B5EF4-FFF2-40B4-BE49-F238E27FC236}">
                <a16:creationId xmlns:a16="http://schemas.microsoft.com/office/drawing/2014/main" id="{3836E7E6-8F80-19B9-3BA9-82A026B6BDB9}"/>
              </a:ext>
            </a:extLst>
          </p:cNvPr>
          <p:cNvSpPr/>
          <p:nvPr/>
        </p:nvSpPr>
        <p:spPr>
          <a:xfrm>
            <a:off x="10492516" y="546133"/>
            <a:ext cx="467775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立方体 88">
            <a:extLst>
              <a:ext uri="{FF2B5EF4-FFF2-40B4-BE49-F238E27FC236}">
                <a16:creationId xmlns:a16="http://schemas.microsoft.com/office/drawing/2014/main" id="{32ECCD99-2B3B-B22B-7D98-756516287F43}"/>
              </a:ext>
            </a:extLst>
          </p:cNvPr>
          <p:cNvSpPr/>
          <p:nvPr/>
        </p:nvSpPr>
        <p:spPr>
          <a:xfrm>
            <a:off x="10288949" y="736143"/>
            <a:ext cx="467775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立方体 89">
            <a:extLst>
              <a:ext uri="{FF2B5EF4-FFF2-40B4-BE49-F238E27FC236}">
                <a16:creationId xmlns:a16="http://schemas.microsoft.com/office/drawing/2014/main" id="{60A547DC-EDCF-DD27-E708-F7CB84811497}"/>
              </a:ext>
            </a:extLst>
          </p:cNvPr>
          <p:cNvSpPr/>
          <p:nvPr/>
        </p:nvSpPr>
        <p:spPr>
          <a:xfrm>
            <a:off x="10084260" y="932261"/>
            <a:ext cx="467775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立方体 90">
            <a:extLst>
              <a:ext uri="{FF2B5EF4-FFF2-40B4-BE49-F238E27FC236}">
                <a16:creationId xmlns:a16="http://schemas.microsoft.com/office/drawing/2014/main" id="{071A15EF-81E2-35B6-B151-B1D8C7D5CE07}"/>
              </a:ext>
            </a:extLst>
          </p:cNvPr>
          <p:cNvSpPr/>
          <p:nvPr/>
        </p:nvSpPr>
        <p:spPr>
          <a:xfrm>
            <a:off x="9879571" y="1148070"/>
            <a:ext cx="467775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立方体 91">
            <a:extLst>
              <a:ext uri="{FF2B5EF4-FFF2-40B4-BE49-F238E27FC236}">
                <a16:creationId xmlns:a16="http://schemas.microsoft.com/office/drawing/2014/main" id="{9D5C6E61-6C13-8983-A524-5265B9181B59}"/>
              </a:ext>
            </a:extLst>
          </p:cNvPr>
          <p:cNvSpPr/>
          <p:nvPr/>
        </p:nvSpPr>
        <p:spPr>
          <a:xfrm>
            <a:off x="9674882" y="1341779"/>
            <a:ext cx="467775" cy="431617"/>
          </a:xfrm>
          <a:prstGeom prst="cube">
            <a:avLst>
              <a:gd name="adj" fmla="val 3056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84540EC-1581-4EBF-A429-BDC8EB36899F}"/>
              </a:ext>
            </a:extLst>
          </p:cNvPr>
          <p:cNvSpPr txBox="1"/>
          <p:nvPr/>
        </p:nvSpPr>
        <p:spPr>
          <a:xfrm>
            <a:off x="6585631" y="1771989"/>
            <a:ext cx="238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cs typeface="Times New Roman" panose="02020603050405020304" pitchFamily="18" charset="0"/>
              </a:rPr>
              <a:t>Transformer Encoder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27910385-2656-6E51-1E1E-7673719D7BCB}"/>
              </a:ext>
            </a:extLst>
          </p:cNvPr>
          <p:cNvGrpSpPr/>
          <p:nvPr/>
        </p:nvGrpSpPr>
        <p:grpSpPr>
          <a:xfrm>
            <a:off x="10940165" y="362961"/>
            <a:ext cx="986329" cy="1810704"/>
            <a:chOff x="1647063" y="880491"/>
            <a:chExt cx="986329" cy="1810704"/>
          </a:xfrm>
        </p:grpSpPr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7DE0F137-D3B3-2F86-144F-D0548C2174BA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5234DFD3-B76D-EB70-0E82-16973B6B799F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02A8D5A3-756C-698D-8B51-2C430B258900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4CD51394-FFAC-BEAC-4135-DD2E4FB64B9C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FE3CB057-6169-BA3E-FA01-65F2C694528D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A21E9D6F-6017-CDE9-4003-E8BD4C7325D0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1DB31955-1105-CC7D-098F-22F599ECC2BC}"/>
                </a:ext>
              </a:extLst>
            </p:cNvPr>
            <p:cNvSpPr/>
            <p:nvPr/>
          </p:nvSpPr>
          <p:spPr>
            <a:xfrm>
              <a:off x="2556943" y="1602857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E5604BE6-E7CE-F670-BB0A-A88A354CFC35}"/>
                </a:ext>
              </a:extLst>
            </p:cNvPr>
            <p:cNvSpPr/>
            <p:nvPr/>
          </p:nvSpPr>
          <p:spPr>
            <a:xfrm>
              <a:off x="1983007" y="1750609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CDA7DF84-A13A-DB6C-BCE7-07A076F06218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90F0CDFD-482F-4466-B949-1680BC60986A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3446C3D5-6508-25EB-18CA-FD00D61DAA7B}"/>
                </a:ext>
              </a:extLst>
            </p:cNvPr>
            <p:cNvSpPr/>
            <p:nvPr/>
          </p:nvSpPr>
          <p:spPr>
            <a:xfrm>
              <a:off x="2294989" y="1740283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22DD0F26-8BD8-DAA8-0151-B19E26AD5364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2246CC2B-F64C-8F43-46B6-75121632629A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42B6DB7B-9B8A-70DE-AD6D-A594EB8BA0E2}"/>
                </a:ext>
              </a:extLst>
            </p:cNvPr>
            <p:cNvSpPr/>
            <p:nvPr/>
          </p:nvSpPr>
          <p:spPr>
            <a:xfrm>
              <a:off x="1813160" y="2614746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BE12B122-5FC3-0566-7935-F17EE4015A3B}"/>
                </a:ext>
              </a:extLst>
            </p:cNvPr>
            <p:cNvSpPr/>
            <p:nvPr/>
          </p:nvSpPr>
          <p:spPr>
            <a:xfrm>
              <a:off x="2513347" y="2608389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D5814481-702A-B14D-C299-96B890F09503}"/>
                </a:ext>
              </a:extLst>
            </p:cNvPr>
            <p:cNvCxnSpPr>
              <a:cxnSpLocks/>
              <a:stCxn id="95" idx="3"/>
              <a:endCxn id="96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8173EDBE-5750-362C-D682-AE57636942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B65B1D08-1D17-9FFA-3835-E335BAD8D7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9B670A8-660B-9781-4EFF-1707974242E2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3BDB72B3-3998-BA58-7621-DB3A5AE9D3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CB433D62-312C-F109-619D-20C33EB0ED70}"/>
                </a:ext>
              </a:extLst>
            </p:cNvPr>
            <p:cNvCxnSpPr>
              <a:cxnSpLocks/>
            </p:cNvCxnSpPr>
            <p:nvPr/>
          </p:nvCxnSpPr>
          <p:spPr>
            <a:xfrm>
              <a:off x="2512843" y="1387904"/>
              <a:ext cx="105524" cy="27447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EF603EA3-AFD5-465C-AE6D-7EA685AE1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068" y="915916"/>
              <a:ext cx="122512" cy="8672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C6EBB769-657B-5DAC-EAFE-CA24C3DA03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792716"/>
              <a:ext cx="56062" cy="3997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96D89957-F5D0-2352-6B88-1545C943A5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63AF329A-62AB-6E68-18CD-378B1C830B52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77397" cy="8697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879D4AAE-A05D-D5FE-9C2B-BD4876604E3E}"/>
                </a:ext>
              </a:extLst>
            </p:cNvPr>
            <p:cNvCxnSpPr>
              <a:cxnSpLocks/>
            </p:cNvCxnSpPr>
            <p:nvPr/>
          </p:nvCxnSpPr>
          <p:spPr>
            <a:xfrm>
              <a:off x="2331868" y="1778429"/>
              <a:ext cx="102465" cy="3778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EEAEB97D-8D9F-34A4-56B7-0478F29D6078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9E715725-F4BD-34DD-FB60-CD5C7AF26501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41802" cy="859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847FB53C-82C8-88F0-77C6-B754D15688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880" y="2547214"/>
              <a:ext cx="67449" cy="1171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5176E760-7BD2-84A7-D77F-28D038A9A5C5}"/>
              </a:ext>
            </a:extLst>
          </p:cNvPr>
          <p:cNvCxnSpPr>
            <a:cxnSpLocks/>
            <a:endCxn id="108" idx="2"/>
          </p:cNvCxnSpPr>
          <p:nvPr/>
        </p:nvCxnSpPr>
        <p:spPr>
          <a:xfrm>
            <a:off x="10116368" y="1699687"/>
            <a:ext cx="989894" cy="435754"/>
          </a:xfrm>
          <a:prstGeom prst="straightConnector1">
            <a:avLst/>
          </a:prstGeom>
          <a:ln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50F7226A-E14C-5A51-E9B9-34CD82F0997A}"/>
              </a:ext>
            </a:extLst>
          </p:cNvPr>
          <p:cNvCxnSpPr>
            <a:cxnSpLocks/>
            <a:stCxn id="67" idx="0"/>
          </p:cNvCxnSpPr>
          <p:nvPr/>
        </p:nvCxnSpPr>
        <p:spPr>
          <a:xfrm flipV="1">
            <a:off x="6465029" y="1188348"/>
            <a:ext cx="5255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文本框 126">
            <a:extLst>
              <a:ext uri="{FF2B5EF4-FFF2-40B4-BE49-F238E27FC236}">
                <a16:creationId xmlns:a16="http://schemas.microsoft.com/office/drawing/2014/main" id="{D2D352BD-37CF-E266-2C0C-DDD11015DDC8}"/>
              </a:ext>
            </a:extLst>
          </p:cNvPr>
          <p:cNvSpPr txBox="1"/>
          <p:nvPr/>
        </p:nvSpPr>
        <p:spPr>
          <a:xfrm>
            <a:off x="9990151" y="143738"/>
            <a:ext cx="73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cs typeface="Times New Roman" panose="02020603050405020304" pitchFamily="18" charset="0"/>
              </a:rPr>
              <a:t>Head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6" name="文本框 575">
                <a:extLst>
                  <a:ext uri="{FF2B5EF4-FFF2-40B4-BE49-F238E27FC236}">
                    <a16:creationId xmlns:a16="http://schemas.microsoft.com/office/drawing/2014/main" id="{DA6184D9-F5DE-EB76-3BE1-38DF2CF56E27}"/>
                  </a:ext>
                </a:extLst>
              </p:cNvPr>
              <p:cNvSpPr txBox="1"/>
              <p:nvPr/>
            </p:nvSpPr>
            <p:spPr>
              <a:xfrm>
                <a:off x="11488229" y="-156079"/>
                <a:ext cx="2054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76" name="文本框 575">
                <a:extLst>
                  <a:ext uri="{FF2B5EF4-FFF2-40B4-BE49-F238E27FC236}">
                    <a16:creationId xmlns:a16="http://schemas.microsoft.com/office/drawing/2014/main" id="{DA6184D9-F5DE-EB76-3BE1-38DF2CF56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229" y="-156079"/>
                <a:ext cx="205441" cy="276999"/>
              </a:xfrm>
              <a:prstGeom prst="rect">
                <a:avLst/>
              </a:prstGeom>
              <a:blipFill>
                <a:blip r:embed="rId26"/>
                <a:stretch>
                  <a:fillRect l="-27273" r="-24242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9" name="直接箭头连接符 578">
            <a:extLst>
              <a:ext uri="{FF2B5EF4-FFF2-40B4-BE49-F238E27FC236}">
                <a16:creationId xmlns:a16="http://schemas.microsoft.com/office/drawing/2014/main" id="{8B1CD8AD-AA07-AD8E-336A-59DE2D86775E}"/>
              </a:ext>
            </a:extLst>
          </p:cNvPr>
          <p:cNvCxnSpPr/>
          <p:nvPr/>
        </p:nvCxnSpPr>
        <p:spPr>
          <a:xfrm flipH="1">
            <a:off x="11301390" y="-77200"/>
            <a:ext cx="579120" cy="396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0" name="矩形 579">
            <a:extLst>
              <a:ext uri="{FF2B5EF4-FFF2-40B4-BE49-F238E27FC236}">
                <a16:creationId xmlns:a16="http://schemas.microsoft.com/office/drawing/2014/main" id="{B03A1481-6A25-15E0-4D1A-57C087B2BDDC}"/>
              </a:ext>
            </a:extLst>
          </p:cNvPr>
          <p:cNvSpPr/>
          <p:nvPr/>
        </p:nvSpPr>
        <p:spPr>
          <a:xfrm>
            <a:off x="-122470" y="411925"/>
            <a:ext cx="1268964" cy="12689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1" name="矩形 580">
            <a:extLst>
              <a:ext uri="{FF2B5EF4-FFF2-40B4-BE49-F238E27FC236}">
                <a16:creationId xmlns:a16="http://schemas.microsoft.com/office/drawing/2014/main" id="{8AD43493-3066-79AE-1F56-B007DC3D6D8E}"/>
              </a:ext>
            </a:extLst>
          </p:cNvPr>
          <p:cNvSpPr/>
          <p:nvPr/>
        </p:nvSpPr>
        <p:spPr>
          <a:xfrm>
            <a:off x="29930" y="564325"/>
            <a:ext cx="1268964" cy="12689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2" name="矩形 581">
            <a:extLst>
              <a:ext uri="{FF2B5EF4-FFF2-40B4-BE49-F238E27FC236}">
                <a16:creationId xmlns:a16="http://schemas.microsoft.com/office/drawing/2014/main" id="{48A39131-9D45-C399-858F-D2F43C0CEF47}"/>
              </a:ext>
            </a:extLst>
          </p:cNvPr>
          <p:cNvSpPr/>
          <p:nvPr/>
        </p:nvSpPr>
        <p:spPr>
          <a:xfrm>
            <a:off x="182330" y="716725"/>
            <a:ext cx="1268964" cy="12689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4" name="文本框 583">
            <a:extLst>
              <a:ext uri="{FF2B5EF4-FFF2-40B4-BE49-F238E27FC236}">
                <a16:creationId xmlns:a16="http://schemas.microsoft.com/office/drawing/2014/main" id="{70D9CEC7-0999-632C-F7E0-463DA2CA2969}"/>
              </a:ext>
            </a:extLst>
          </p:cNvPr>
          <p:cNvSpPr txBox="1"/>
          <p:nvPr/>
        </p:nvSpPr>
        <p:spPr>
          <a:xfrm>
            <a:off x="317526" y="2091945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cs typeface="Times New Roman" panose="02020603050405020304" pitchFamily="18" charset="0"/>
              </a:rPr>
              <a:t>Input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  <p:cxnSp>
        <p:nvCxnSpPr>
          <p:cNvPr id="585" name="直接箭头连接符 584">
            <a:extLst>
              <a:ext uri="{FF2B5EF4-FFF2-40B4-BE49-F238E27FC236}">
                <a16:creationId xmlns:a16="http://schemas.microsoft.com/office/drawing/2014/main" id="{CE9AD1F0-803C-E7F2-D139-7D4D7C36405F}"/>
              </a:ext>
            </a:extLst>
          </p:cNvPr>
          <p:cNvCxnSpPr>
            <a:cxnSpLocks/>
            <a:endCxn id="71" idx="2"/>
          </p:cNvCxnSpPr>
          <p:nvPr/>
        </p:nvCxnSpPr>
        <p:spPr>
          <a:xfrm>
            <a:off x="1475466" y="1196313"/>
            <a:ext cx="3524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6" name="矩形: 圆角 585">
            <a:extLst>
              <a:ext uri="{FF2B5EF4-FFF2-40B4-BE49-F238E27FC236}">
                <a16:creationId xmlns:a16="http://schemas.microsoft.com/office/drawing/2014/main" id="{167199EB-B03F-2BF6-1182-747A8F0F38D6}"/>
              </a:ext>
            </a:extLst>
          </p:cNvPr>
          <p:cNvSpPr/>
          <p:nvPr/>
        </p:nvSpPr>
        <p:spPr>
          <a:xfrm rot="5400000">
            <a:off x="2450930" y="997206"/>
            <a:ext cx="3374356" cy="406416"/>
          </a:xfrm>
          <a:prstGeom prst="roundRect">
            <a:avLst/>
          </a:prstGeom>
          <a:solidFill>
            <a:srgbClr val="D1D1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LGC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87" name="矩形: 圆角 586">
            <a:extLst>
              <a:ext uri="{FF2B5EF4-FFF2-40B4-BE49-F238E27FC236}">
                <a16:creationId xmlns:a16="http://schemas.microsoft.com/office/drawing/2014/main" id="{F0E0B0C7-4A45-93D5-63FB-BA4B8335874F}"/>
              </a:ext>
            </a:extLst>
          </p:cNvPr>
          <p:cNvSpPr/>
          <p:nvPr/>
        </p:nvSpPr>
        <p:spPr>
          <a:xfrm rot="5400000">
            <a:off x="3102554" y="993104"/>
            <a:ext cx="3374355" cy="406418"/>
          </a:xfrm>
          <a:prstGeom prst="roundRect">
            <a:avLst/>
          </a:prstGeom>
          <a:solidFill>
            <a:srgbClr val="D1D1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JATS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588" name="直接箭头连接符 587">
            <a:extLst>
              <a:ext uri="{FF2B5EF4-FFF2-40B4-BE49-F238E27FC236}">
                <a16:creationId xmlns:a16="http://schemas.microsoft.com/office/drawing/2014/main" id="{6634CB01-A51D-B28D-E2DE-9E1CBF810504}"/>
              </a:ext>
            </a:extLst>
          </p:cNvPr>
          <p:cNvCxnSpPr>
            <a:cxnSpLocks/>
            <a:stCxn id="587" idx="0"/>
            <a:endCxn id="66" idx="2"/>
          </p:cNvCxnSpPr>
          <p:nvPr/>
        </p:nvCxnSpPr>
        <p:spPr>
          <a:xfrm flipV="1">
            <a:off x="4992941" y="1188350"/>
            <a:ext cx="304221" cy="7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9" name="直接箭头连接符 588">
            <a:extLst>
              <a:ext uri="{FF2B5EF4-FFF2-40B4-BE49-F238E27FC236}">
                <a16:creationId xmlns:a16="http://schemas.microsoft.com/office/drawing/2014/main" id="{45245B30-C3D1-8873-172D-631F02464A6D}"/>
              </a:ext>
            </a:extLst>
          </p:cNvPr>
          <p:cNvCxnSpPr>
            <a:cxnSpLocks/>
            <a:stCxn id="71" idx="0"/>
            <a:endCxn id="591" idx="2"/>
          </p:cNvCxnSpPr>
          <p:nvPr/>
        </p:nvCxnSpPr>
        <p:spPr>
          <a:xfrm flipV="1">
            <a:off x="2234333" y="1196312"/>
            <a:ext cx="46787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0" name="直接箭头连接符 589">
            <a:extLst>
              <a:ext uri="{FF2B5EF4-FFF2-40B4-BE49-F238E27FC236}">
                <a16:creationId xmlns:a16="http://schemas.microsoft.com/office/drawing/2014/main" id="{0CB34EC1-7801-AAFD-5376-11DF8E0CD4F7}"/>
              </a:ext>
            </a:extLst>
          </p:cNvPr>
          <p:cNvCxnSpPr>
            <a:cxnSpLocks/>
            <a:stCxn id="586" idx="0"/>
            <a:endCxn id="587" idx="2"/>
          </p:cNvCxnSpPr>
          <p:nvPr/>
        </p:nvCxnSpPr>
        <p:spPr>
          <a:xfrm flipV="1">
            <a:off x="4341316" y="1196314"/>
            <a:ext cx="245207" cy="4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1" name="矩形: 圆角 590">
            <a:extLst>
              <a:ext uri="{FF2B5EF4-FFF2-40B4-BE49-F238E27FC236}">
                <a16:creationId xmlns:a16="http://schemas.microsoft.com/office/drawing/2014/main" id="{FA9B62CB-54F5-5472-DBAE-B2C626E27FF1}"/>
              </a:ext>
            </a:extLst>
          </p:cNvPr>
          <p:cNvSpPr/>
          <p:nvPr/>
        </p:nvSpPr>
        <p:spPr>
          <a:xfrm rot="5400000">
            <a:off x="1533528" y="677813"/>
            <a:ext cx="3374356" cy="1036998"/>
          </a:xfrm>
          <a:prstGeom prst="roundRect">
            <a:avLst/>
          </a:prstGeom>
          <a:solidFill>
            <a:srgbClr val="F6C6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VJRM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592" name="直接箭头连接符 591">
            <a:extLst>
              <a:ext uri="{FF2B5EF4-FFF2-40B4-BE49-F238E27FC236}">
                <a16:creationId xmlns:a16="http://schemas.microsoft.com/office/drawing/2014/main" id="{4DAE6960-AC5F-06B3-7E39-B5BD03D98943}"/>
              </a:ext>
            </a:extLst>
          </p:cNvPr>
          <p:cNvCxnSpPr>
            <a:cxnSpLocks/>
            <a:stCxn id="591" idx="0"/>
            <a:endCxn id="586" idx="2"/>
          </p:cNvCxnSpPr>
          <p:nvPr/>
        </p:nvCxnSpPr>
        <p:spPr>
          <a:xfrm>
            <a:off x="3739205" y="1196312"/>
            <a:ext cx="195695" cy="4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8" name="连接符: 曲线 597">
            <a:extLst>
              <a:ext uri="{FF2B5EF4-FFF2-40B4-BE49-F238E27FC236}">
                <a16:creationId xmlns:a16="http://schemas.microsoft.com/office/drawing/2014/main" id="{BA7D71E7-F381-244C-1D62-D31875449527}"/>
              </a:ext>
            </a:extLst>
          </p:cNvPr>
          <p:cNvCxnSpPr>
            <a:cxnSpLocks/>
            <a:stCxn id="591" idx="3"/>
            <a:endCxn id="779" idx="0"/>
          </p:cNvCxnSpPr>
          <p:nvPr/>
        </p:nvCxnSpPr>
        <p:spPr>
          <a:xfrm rot="16200000" flipH="1">
            <a:off x="4305861" y="1798334"/>
            <a:ext cx="923423" cy="3093733"/>
          </a:xfrm>
          <a:prstGeom prst="curvedConnector3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9" name="直接箭头连接符 598">
            <a:extLst>
              <a:ext uri="{FF2B5EF4-FFF2-40B4-BE49-F238E27FC236}">
                <a16:creationId xmlns:a16="http://schemas.microsoft.com/office/drawing/2014/main" id="{3657C8A2-462D-5170-AE24-A26D9B704D47}"/>
              </a:ext>
            </a:extLst>
          </p:cNvPr>
          <p:cNvCxnSpPr>
            <a:cxnSpLocks/>
          </p:cNvCxnSpPr>
          <p:nvPr/>
        </p:nvCxnSpPr>
        <p:spPr>
          <a:xfrm flipV="1">
            <a:off x="-358574" y="5464220"/>
            <a:ext cx="429036" cy="3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849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2314</TotalTime>
  <Words>115</Words>
  <Application>Microsoft Office PowerPoint</Application>
  <PresentationFormat>宽屏</PresentationFormat>
  <Paragraphs>41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霖芷萌 段</dc:creator>
  <cp:lastModifiedBy>霖芷萌 段</cp:lastModifiedBy>
  <cp:revision>36</cp:revision>
  <dcterms:created xsi:type="dcterms:W3CDTF">2025-12-25T06:22:27Z</dcterms:created>
  <dcterms:modified xsi:type="dcterms:W3CDTF">2026-01-18T14:37:29Z</dcterms:modified>
</cp:coreProperties>
</file>
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6AD"/>
    <a:srgbClr val="FFFFFF"/>
    <a:srgbClr val="D1D1D1"/>
    <a:srgbClr val="E8E8E8"/>
    <a:srgbClr val="AEAEAE"/>
    <a:srgbClr val="404040"/>
    <a:srgbClr val="7F7F7F"/>
    <a:srgbClr val="000000"/>
    <a:srgbClr val="156082"/>
    <a:srgbClr val="437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E8DB0-C376-4416-BC3A-D5EF57CCCD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CC3F1-6CAE-40D7-8870-8562D4203B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68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A688-5C23-5165-8248-0C3742CE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41BA5E-C58E-CF1E-5064-08AB7A8B2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807102-911F-B902-71C3-0C5C618EA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68A446-51E8-D6DC-D782-B8C2C05B9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CC3F1-6CAE-40D7-8870-8562D4203B6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35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0F212-8C65-759C-1E95-E0CF1CB15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99B0F5-4D0D-BB44-270E-A3EC38DD0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855EC-8476-A354-F516-A06146136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338EB-EE2C-E49E-74FB-8846DFDE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8E996-39A4-7620-B5CA-312A720E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02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41B4C-E734-6791-3A39-B7983702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C9A08-7693-CCD5-0866-FA8F6BA5C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D99CA9-667B-F8A7-991B-68E5DB61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828D47-EC7E-A79A-C860-9B1B7A4D3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46EF7-D40A-EBBA-BBFD-74DB4947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29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97A5C-3C68-8BFA-F7DA-7BCAF84D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B396D8-B8B1-4117-B6CF-B660149E1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11645-05B5-2AE3-6B12-EF6E6DF4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E9DD7-B937-0652-53C1-B211713D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4005D4-FFF5-3100-5F97-0925EF99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253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9CA0B-5588-5089-95CC-7615E1E9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B0DA3-29BA-A1C1-C2A5-F092FA711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9F357A-3120-77E6-BE96-567E510FD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2B2115-A256-51C3-F2BC-0F07DE4DA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416767-EFED-0B17-C06F-CC5EA2ED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6156F7-74A1-DC48-5C88-B1AFEDEF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59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081D6-5F5D-98E4-118B-A65581A16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F2C09E-0FF6-1504-B18B-9A505BC8A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A8EEB8-B8D7-D262-2036-138E1D90B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B00285-DED5-A0D1-260F-62B520DF0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8578B8-E639-EA32-C396-8207FC09A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F1492-C544-8796-3DD6-5234D406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A7AFBC-EC73-CD3C-C397-2270B6B2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D27A1E-B6E3-F7C9-B2B6-07E8F77C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35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F6341-9EE3-3307-601E-82F67156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FB8CB3-713D-2E3B-CE0E-C0C403C5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EBCE30-4898-44FC-5AB0-D712C4D7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67EE9C-D43E-A581-446B-99C87131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6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38BDCD-6BBF-C60D-2F5D-6A498C3D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FD5619-E013-96E1-A60D-D952E4DD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719A7-3B82-7038-4C97-FC223164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7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37498-9ABE-3D4B-C8E4-7C15ED0D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84A42-F256-F8EF-6908-F6F9C89CB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1EAF0B-21DB-D23D-739C-8CFD25E24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8C66CF-07DE-0359-559A-5E807429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4687D6-2649-394A-9AEF-A7CD7CA3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A951A3-D845-C30D-DD15-E4C0CDCB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03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3AAA0-7774-E379-5E50-D46D7E5E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D62CAB-C553-7BE3-76C3-1527BA752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9BE9BE-7925-359A-3CBC-24658B2F4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D80D74-B6D4-46EE-091B-E0CE8F9D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AA16D2-C0C1-EADF-07E6-B2B2F8C5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AC4072-D74D-DD10-1209-53BEFC28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33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31B96-4A9E-1B87-3BBE-C5F2FF4E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DD6154-7B68-7ACC-5FFF-DF900312C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CDB72-96B4-FA86-4B7B-A5818F769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54BBC0-EF93-2538-AE7D-773ECF8E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708B3-6B3E-92C6-B6E3-57BCF1ED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3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312820-8DC4-C1FC-757F-069EE028F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2FFFA4-6696-67ED-F5B0-2802EB5A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49A29-DA13-41B0-11C1-0DA0EB88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1FA17-96F6-57A8-986F-9EF34E08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E9B59-709C-3A35-8E2A-31F6B589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04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BC2220-7534-2745-CF61-7BEF6398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5FCC87-B5A3-B27C-B2D2-DAD03A886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617A03-C449-0998-B15D-EA5D7188D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F840B-1C83-482B-B7FF-88DEF8DF3EF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1C0AC-1671-46E2-7239-FBDE36146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F17602-AFC5-0F8C-7634-5CA89965C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DB37A-CC84-45B4-B7AD-089CC3AC7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73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7C738-B938-2906-E16C-C3C4D99F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等腰三角形 593">
            <a:extLst>
              <a:ext uri="{FF2B5EF4-FFF2-40B4-BE49-F238E27FC236}">
                <a16:creationId xmlns:a16="http://schemas.microsoft.com/office/drawing/2014/main" id="{E2034C61-E6B0-D31A-E1E0-983D098EEDAB}"/>
              </a:ext>
            </a:extLst>
          </p:cNvPr>
          <p:cNvSpPr/>
          <p:nvPr/>
        </p:nvSpPr>
        <p:spPr>
          <a:xfrm rot="16200000">
            <a:off x="4503372" y="1063168"/>
            <a:ext cx="599912" cy="544879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551749E-A4D3-3A3A-2AC6-6D311DC22511}"/>
              </a:ext>
            </a:extLst>
          </p:cNvPr>
          <p:cNvGrpSpPr/>
          <p:nvPr/>
        </p:nvGrpSpPr>
        <p:grpSpPr>
          <a:xfrm>
            <a:off x="6247377" y="3204461"/>
            <a:ext cx="986329" cy="1810704"/>
            <a:chOff x="1647063" y="880491"/>
            <a:chExt cx="986329" cy="1810704"/>
          </a:xfrm>
          <a:solidFill>
            <a:schemeClr val="bg2"/>
          </a:solidFill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3ABDF71-DCF9-A3DF-7C70-6E46703E9C7E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5C8B6CA-D98D-6D18-EAA6-2A996D3EC054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FA6EB28-D906-2C37-14A5-649F51930A1F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A355284-1FAE-6E73-6203-96FD822848BA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ADAFE3B-E484-DDC5-A89D-16AE4E715CC5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724BCBA-F3DC-C7CF-A4E1-F30EFCA3F01F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D79E5CD-7359-E66E-DB0A-E3403D74FE4A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A5DE0B3-32FD-6323-8F77-D8385FA37DC3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4F18FC9-B9DF-5B5C-045B-2DDC3637F3D8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006026F-4B0B-23D0-1BB6-450A858F5C1F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BC4EEFD-78CB-CCDE-94D8-3CC85BD9760E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EA97A29-CA1F-0169-7D1B-E2C0B3A425BF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1C14390-1457-5111-B480-CC2B3EDD2CAB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5FAC001-9C2E-EEA3-0864-9BFC279C6379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07F444A-BC2B-AA79-04C6-4CDDC4432337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DD61AE7-73C7-DE63-AA3E-18F1AA43EB57}"/>
                </a:ext>
              </a:extLst>
            </p:cNvPr>
            <p:cNvCxnSpPr>
              <a:cxnSpLocks/>
              <a:stCxn id="7" idx="3"/>
              <a:endCxn id="8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90BCF1B-0DBE-3ADB-A862-BBAE7FE45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0EBF3E3-6066-EB57-93F8-4CF1E80FD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752AF3F-867A-947C-07F3-38D28E626513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1791471-EC16-4CCC-8DE2-5B18387433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91D9391-7C0A-5ABC-7DCF-C17273911E48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E7F5AD5-78B4-BAFF-62A1-4F099ED4A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FAF08CF-4BBD-9EB0-5E1F-0D1C6360A4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369A3A2-9CD0-BABD-8584-EE4E35873F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DDA49AA-B4B0-C692-9BD0-DC42F82BF502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13919E1-6DE1-FC89-9B7F-83D33129CB60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77BD49A4-36F1-CD93-1C6D-C4B536C07009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D950739-7774-B433-C5D7-59AE0F43565C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B96E08B-AA69-D0B7-5FBD-D4429575A0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6DD4214-E0AC-4FBB-CD1C-D8B2D79E887F}"/>
              </a:ext>
            </a:extLst>
          </p:cNvPr>
          <p:cNvGrpSpPr/>
          <p:nvPr/>
        </p:nvGrpSpPr>
        <p:grpSpPr>
          <a:xfrm>
            <a:off x="6103765" y="3313009"/>
            <a:ext cx="986329" cy="1810704"/>
            <a:chOff x="1647063" y="880491"/>
            <a:chExt cx="986329" cy="1810704"/>
          </a:xfrm>
          <a:solidFill>
            <a:schemeClr val="bg2">
              <a:lumMod val="75000"/>
            </a:schemeClr>
          </a:solidFill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1C07B7AC-5EB0-903E-8210-9B488BF9C299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B14F852-524E-B50D-8A57-BB2647F7CC33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7A6B212F-9B89-E6AC-6B51-5945E4054698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5EC4807F-0F1E-BECF-7A7F-86D47284ECAD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A59737DA-D6A6-3C56-BD4B-49CF748056FA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13CB606-27E5-DD98-B8F8-B3C9270C7B44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FC624C8-0237-D675-A5C9-6144E31CCDF6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E2856D6-B251-035A-C956-9585BFDB5F26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78A100A9-9B24-442B-3C1B-F0C335B154ED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07C436D6-1062-4921-820E-2ECFCAE4563D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EE2A4C8E-4AD8-449B-D9ED-ED7B905E1AF5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C92E588E-12EB-4803-E979-BE8487003EA6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247CAD2-0DBD-C44F-AD6C-65823CF44CC2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F81DE3FC-5BFF-9C35-E6DE-185C5321290E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F8C64A30-B1C8-F53B-B552-2DB0602069AE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76C3EA94-E3C7-0231-1BA7-2438F92AA915}"/>
                </a:ext>
              </a:extLst>
            </p:cNvPr>
            <p:cNvCxnSpPr>
              <a:cxnSpLocks/>
              <a:stCxn id="37" idx="3"/>
              <a:endCxn id="38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314B219C-B112-3225-F703-89819E4B4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C48AD786-4EE4-A2C3-F4AD-95873DA2F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6B87802-90BE-27E2-8F54-6F26E404D896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4AF94AF-329C-F7A3-ADFF-DA55596CC7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6B91476-1CA5-D451-1618-6C19F8217FDB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41541D86-6AD8-8395-7299-508D1E795F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64F34277-3360-C1AA-E6DC-E8ECFDBB0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1F03F066-7AFC-56C5-FDE6-9E12E3359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2FD5BFA-4ECB-FD1C-81FC-506CC47CA8B0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8FE947E2-C1AF-D89F-EBD7-40F714E0073E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787089C1-F4FE-76A8-C0D2-45F35A3CA7B6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>
              <a:extLst>
                <a:ext uri="{FF2B5EF4-FFF2-40B4-BE49-F238E27FC236}">
                  <a16:creationId xmlns:a16="http://schemas.microsoft.com/office/drawing/2014/main" id="{BA637A2F-8883-FC27-8B5A-A044634B21A1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连接符 512">
              <a:extLst>
                <a:ext uri="{FF2B5EF4-FFF2-40B4-BE49-F238E27FC236}">
                  <a16:creationId xmlns:a16="http://schemas.microsoft.com/office/drawing/2014/main" id="{41D27DFE-FE9C-4A74-1051-4E6665D75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4" name="组合 513">
            <a:extLst>
              <a:ext uri="{FF2B5EF4-FFF2-40B4-BE49-F238E27FC236}">
                <a16:creationId xmlns:a16="http://schemas.microsoft.com/office/drawing/2014/main" id="{0E932257-4336-5297-FF7E-F42BBD919092}"/>
              </a:ext>
            </a:extLst>
          </p:cNvPr>
          <p:cNvGrpSpPr/>
          <p:nvPr/>
        </p:nvGrpSpPr>
        <p:grpSpPr>
          <a:xfrm>
            <a:off x="5939250" y="3420444"/>
            <a:ext cx="986329" cy="1810704"/>
            <a:chOff x="1647063" y="880491"/>
            <a:chExt cx="986329" cy="1810704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515" name="椭圆 514">
              <a:extLst>
                <a:ext uri="{FF2B5EF4-FFF2-40B4-BE49-F238E27FC236}">
                  <a16:creationId xmlns:a16="http://schemas.microsoft.com/office/drawing/2014/main" id="{6D1D21E7-7AA8-9930-4816-E3DD09D7E7F0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6" name="椭圆 515">
              <a:extLst>
                <a:ext uri="{FF2B5EF4-FFF2-40B4-BE49-F238E27FC236}">
                  <a16:creationId xmlns:a16="http://schemas.microsoft.com/office/drawing/2014/main" id="{571A71C9-75FA-06C0-7959-05D67B2B89A3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8C8F36A5-D488-3C01-E27B-13BEFBFAC888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8" name="椭圆 517">
              <a:extLst>
                <a:ext uri="{FF2B5EF4-FFF2-40B4-BE49-F238E27FC236}">
                  <a16:creationId xmlns:a16="http://schemas.microsoft.com/office/drawing/2014/main" id="{FAB24C31-BE52-F2E0-39EB-174EF38E296B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66E9B7E3-9A8F-D719-35D5-CAED07EDD636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0" name="椭圆 519">
              <a:extLst>
                <a:ext uri="{FF2B5EF4-FFF2-40B4-BE49-F238E27FC236}">
                  <a16:creationId xmlns:a16="http://schemas.microsoft.com/office/drawing/2014/main" id="{386572C2-1B21-A028-5726-1E590F3734F6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06BF1BCA-77E0-0627-628B-9E06B6F8760C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椭圆 521">
              <a:extLst>
                <a:ext uri="{FF2B5EF4-FFF2-40B4-BE49-F238E27FC236}">
                  <a16:creationId xmlns:a16="http://schemas.microsoft.com/office/drawing/2014/main" id="{79F04A6D-937A-2E1C-7ECE-8845C357780B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6CBBAED7-2478-5492-4512-6E66A4B04CAE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4" name="椭圆 523">
              <a:extLst>
                <a:ext uri="{FF2B5EF4-FFF2-40B4-BE49-F238E27FC236}">
                  <a16:creationId xmlns:a16="http://schemas.microsoft.com/office/drawing/2014/main" id="{2D42F448-F962-A255-3E96-87140BFBF989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B20AAE72-9FEA-20F9-C495-E8137763581B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椭圆 525">
              <a:extLst>
                <a:ext uri="{FF2B5EF4-FFF2-40B4-BE49-F238E27FC236}">
                  <a16:creationId xmlns:a16="http://schemas.microsoft.com/office/drawing/2014/main" id="{4E38270C-4BD0-77EA-D37A-7F8D58E21989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5B858958-E748-BB9B-A635-FCB76B4AFEBB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椭圆 527">
              <a:extLst>
                <a:ext uri="{FF2B5EF4-FFF2-40B4-BE49-F238E27FC236}">
                  <a16:creationId xmlns:a16="http://schemas.microsoft.com/office/drawing/2014/main" id="{CA1C7614-71E0-BC0A-9977-6B71C541B817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9" name="椭圆 528">
              <a:extLst>
                <a:ext uri="{FF2B5EF4-FFF2-40B4-BE49-F238E27FC236}">
                  <a16:creationId xmlns:a16="http://schemas.microsoft.com/office/drawing/2014/main" id="{4463789B-67CE-705A-5E0E-E21891EF50CC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F2606669-98F4-CCA3-D23F-5E4DFD853ED7}"/>
                </a:ext>
              </a:extLst>
            </p:cNvPr>
            <p:cNvCxnSpPr>
              <a:cxnSpLocks/>
              <a:stCxn id="515" idx="3"/>
              <a:endCxn id="51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5CE122BA-205D-5BBE-1D41-26E96862BA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AB1FC84A-3991-EFB4-2D81-9644498BA2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>
              <a:extLst>
                <a:ext uri="{FF2B5EF4-FFF2-40B4-BE49-F238E27FC236}">
                  <a16:creationId xmlns:a16="http://schemas.microsoft.com/office/drawing/2014/main" id="{CDCE17B8-17F1-8393-84E8-9AD9160B5EE8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>
              <a:extLst>
                <a:ext uri="{FF2B5EF4-FFF2-40B4-BE49-F238E27FC236}">
                  <a16:creationId xmlns:a16="http://schemas.microsoft.com/office/drawing/2014/main" id="{7FE18D7C-BCD0-624A-B8BC-FEC64A8216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>
              <a:extLst>
                <a:ext uri="{FF2B5EF4-FFF2-40B4-BE49-F238E27FC236}">
                  <a16:creationId xmlns:a16="http://schemas.microsoft.com/office/drawing/2014/main" id="{2D6544E3-BAD7-BF25-60A9-DD2B0EE5AC37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>
              <a:extLst>
                <a:ext uri="{FF2B5EF4-FFF2-40B4-BE49-F238E27FC236}">
                  <a16:creationId xmlns:a16="http://schemas.microsoft.com/office/drawing/2014/main" id="{69C86224-8615-0205-4C6B-AA5746D4B8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>
              <a:extLst>
                <a:ext uri="{FF2B5EF4-FFF2-40B4-BE49-F238E27FC236}">
                  <a16:creationId xmlns:a16="http://schemas.microsoft.com/office/drawing/2014/main" id="{29DA2577-7096-1560-76A6-B44B9EEEF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>
              <a:extLst>
                <a:ext uri="{FF2B5EF4-FFF2-40B4-BE49-F238E27FC236}">
                  <a16:creationId xmlns:a16="http://schemas.microsoft.com/office/drawing/2014/main" id="{1A27163E-72B2-36D7-3219-59214BA8A1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>
              <a:extLst>
                <a:ext uri="{FF2B5EF4-FFF2-40B4-BE49-F238E27FC236}">
                  <a16:creationId xmlns:a16="http://schemas.microsoft.com/office/drawing/2014/main" id="{CB9D9CAF-F401-A67D-ECA9-5C30DD7DD810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连接符 539">
              <a:extLst>
                <a:ext uri="{FF2B5EF4-FFF2-40B4-BE49-F238E27FC236}">
                  <a16:creationId xmlns:a16="http://schemas.microsoft.com/office/drawing/2014/main" id="{A22C3B7E-0D84-55D1-322E-33E01652F51B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>
              <a:extLst>
                <a:ext uri="{FF2B5EF4-FFF2-40B4-BE49-F238E27FC236}">
                  <a16:creationId xmlns:a16="http://schemas.microsoft.com/office/drawing/2014/main" id="{83C7DE05-31D6-DFEA-00A9-5DA70DE56DCE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>
              <a:extLst>
                <a:ext uri="{FF2B5EF4-FFF2-40B4-BE49-F238E27FC236}">
                  <a16:creationId xmlns:a16="http://schemas.microsoft.com/office/drawing/2014/main" id="{64202597-0B97-FD0A-37BC-A6EC986E25AA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>
              <a:extLst>
                <a:ext uri="{FF2B5EF4-FFF2-40B4-BE49-F238E27FC236}">
                  <a16:creationId xmlns:a16="http://schemas.microsoft.com/office/drawing/2014/main" id="{49DF35EE-0B0D-9192-3276-3BA3719418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组合 543">
            <a:extLst>
              <a:ext uri="{FF2B5EF4-FFF2-40B4-BE49-F238E27FC236}">
                <a16:creationId xmlns:a16="http://schemas.microsoft.com/office/drawing/2014/main" id="{E37D8127-9E12-1ABF-517D-80AEFCC065D7}"/>
              </a:ext>
            </a:extLst>
          </p:cNvPr>
          <p:cNvGrpSpPr/>
          <p:nvPr/>
        </p:nvGrpSpPr>
        <p:grpSpPr>
          <a:xfrm>
            <a:off x="5766546" y="3548492"/>
            <a:ext cx="986329" cy="1810704"/>
            <a:chOff x="1647063" y="880491"/>
            <a:chExt cx="986329" cy="181070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45" name="椭圆 544">
              <a:extLst>
                <a:ext uri="{FF2B5EF4-FFF2-40B4-BE49-F238E27FC236}">
                  <a16:creationId xmlns:a16="http://schemas.microsoft.com/office/drawing/2014/main" id="{3F96B067-C53E-3A86-77F6-9D8E00BFAD65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6" name="椭圆 545">
              <a:extLst>
                <a:ext uri="{FF2B5EF4-FFF2-40B4-BE49-F238E27FC236}">
                  <a16:creationId xmlns:a16="http://schemas.microsoft.com/office/drawing/2014/main" id="{1A734088-DAF9-81F3-CFB6-FB7ED524E9B6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7" name="椭圆 546">
              <a:extLst>
                <a:ext uri="{FF2B5EF4-FFF2-40B4-BE49-F238E27FC236}">
                  <a16:creationId xmlns:a16="http://schemas.microsoft.com/office/drawing/2014/main" id="{DA0A599F-941C-C5B4-55C8-A4E99957B458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8" name="椭圆 547">
              <a:extLst>
                <a:ext uri="{FF2B5EF4-FFF2-40B4-BE49-F238E27FC236}">
                  <a16:creationId xmlns:a16="http://schemas.microsoft.com/office/drawing/2014/main" id="{4C26765D-69B0-3878-1649-1D72DB7085E0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9" name="椭圆 548">
              <a:extLst>
                <a:ext uri="{FF2B5EF4-FFF2-40B4-BE49-F238E27FC236}">
                  <a16:creationId xmlns:a16="http://schemas.microsoft.com/office/drawing/2014/main" id="{727D5EF0-2F39-C4AC-C98D-FBEB9C552D17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0" name="椭圆 549">
              <a:extLst>
                <a:ext uri="{FF2B5EF4-FFF2-40B4-BE49-F238E27FC236}">
                  <a16:creationId xmlns:a16="http://schemas.microsoft.com/office/drawing/2014/main" id="{CBA96FA5-B960-2996-08F3-B47E0692355F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1" name="椭圆 550">
              <a:extLst>
                <a:ext uri="{FF2B5EF4-FFF2-40B4-BE49-F238E27FC236}">
                  <a16:creationId xmlns:a16="http://schemas.microsoft.com/office/drawing/2014/main" id="{9A71A516-D534-C732-F5B5-C5CBA718AACE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2" name="椭圆 551">
              <a:extLst>
                <a:ext uri="{FF2B5EF4-FFF2-40B4-BE49-F238E27FC236}">
                  <a16:creationId xmlns:a16="http://schemas.microsoft.com/office/drawing/2014/main" id="{D3A6C5E8-B939-0D0C-D981-243086D35C12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3" name="椭圆 552">
              <a:extLst>
                <a:ext uri="{FF2B5EF4-FFF2-40B4-BE49-F238E27FC236}">
                  <a16:creationId xmlns:a16="http://schemas.microsoft.com/office/drawing/2014/main" id="{92A65F50-15FF-EDEB-3AE0-3267EFD63149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4" name="椭圆 553">
              <a:extLst>
                <a:ext uri="{FF2B5EF4-FFF2-40B4-BE49-F238E27FC236}">
                  <a16:creationId xmlns:a16="http://schemas.microsoft.com/office/drawing/2014/main" id="{19F37F2D-3A50-8F34-CE5E-E0902A8189BB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5" name="椭圆 554">
              <a:extLst>
                <a:ext uri="{FF2B5EF4-FFF2-40B4-BE49-F238E27FC236}">
                  <a16:creationId xmlns:a16="http://schemas.microsoft.com/office/drawing/2014/main" id="{A344B036-F8A8-E933-B499-B649B9983175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6" name="椭圆 555">
              <a:extLst>
                <a:ext uri="{FF2B5EF4-FFF2-40B4-BE49-F238E27FC236}">
                  <a16:creationId xmlns:a16="http://schemas.microsoft.com/office/drawing/2014/main" id="{6C1CA2E9-D904-F6BC-E3B2-4ECA2C6232B4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椭圆 556">
              <a:extLst>
                <a:ext uri="{FF2B5EF4-FFF2-40B4-BE49-F238E27FC236}">
                  <a16:creationId xmlns:a16="http://schemas.microsoft.com/office/drawing/2014/main" id="{A87692E3-BF16-DD26-0B9F-89A29A28A914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8" name="椭圆 557">
              <a:extLst>
                <a:ext uri="{FF2B5EF4-FFF2-40B4-BE49-F238E27FC236}">
                  <a16:creationId xmlns:a16="http://schemas.microsoft.com/office/drawing/2014/main" id="{AB5935F2-92AF-F555-D29A-E83377402BAC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2" name="椭圆 561">
              <a:extLst>
                <a:ext uri="{FF2B5EF4-FFF2-40B4-BE49-F238E27FC236}">
                  <a16:creationId xmlns:a16="http://schemas.microsoft.com/office/drawing/2014/main" id="{B153F448-6D0D-949A-FA35-8E6710EB9FDB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3" name="直接连接符 562">
              <a:extLst>
                <a:ext uri="{FF2B5EF4-FFF2-40B4-BE49-F238E27FC236}">
                  <a16:creationId xmlns:a16="http://schemas.microsoft.com/office/drawing/2014/main" id="{6A476BD8-FC77-C5EF-7917-4E6EE6DC0238}"/>
                </a:ext>
              </a:extLst>
            </p:cNvPr>
            <p:cNvCxnSpPr>
              <a:cxnSpLocks/>
              <a:stCxn id="545" idx="3"/>
              <a:endCxn id="54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直接连接符 564">
              <a:extLst>
                <a:ext uri="{FF2B5EF4-FFF2-40B4-BE49-F238E27FC236}">
                  <a16:creationId xmlns:a16="http://schemas.microsoft.com/office/drawing/2014/main" id="{30B6833B-A3F4-DB6B-E30E-970475A897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直接连接符 565">
              <a:extLst>
                <a:ext uri="{FF2B5EF4-FFF2-40B4-BE49-F238E27FC236}">
                  <a16:creationId xmlns:a16="http://schemas.microsoft.com/office/drawing/2014/main" id="{6376BE47-AAA0-4274-3A9C-C201AA8F0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直接连接符 566">
              <a:extLst>
                <a:ext uri="{FF2B5EF4-FFF2-40B4-BE49-F238E27FC236}">
                  <a16:creationId xmlns:a16="http://schemas.microsoft.com/office/drawing/2014/main" id="{CC734B36-DF1E-F597-F492-3A43A40A13F7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直接连接符 567">
              <a:extLst>
                <a:ext uri="{FF2B5EF4-FFF2-40B4-BE49-F238E27FC236}">
                  <a16:creationId xmlns:a16="http://schemas.microsoft.com/office/drawing/2014/main" id="{9E1805BB-0B01-BD00-0561-1AEED0AEF0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直接连接符 568">
              <a:extLst>
                <a:ext uri="{FF2B5EF4-FFF2-40B4-BE49-F238E27FC236}">
                  <a16:creationId xmlns:a16="http://schemas.microsoft.com/office/drawing/2014/main" id="{F801991A-5A54-B861-E3B5-B876F9CA24DB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接连接符 569">
              <a:extLst>
                <a:ext uri="{FF2B5EF4-FFF2-40B4-BE49-F238E27FC236}">
                  <a16:creationId xmlns:a16="http://schemas.microsoft.com/office/drawing/2014/main" id="{EBB93899-57EC-6261-FAC9-EF0FF4EDCE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直接连接符 570">
              <a:extLst>
                <a:ext uri="{FF2B5EF4-FFF2-40B4-BE49-F238E27FC236}">
                  <a16:creationId xmlns:a16="http://schemas.microsoft.com/office/drawing/2014/main" id="{CCB18480-62DC-79BC-E938-41560B3FD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直接连接符 571">
              <a:extLst>
                <a:ext uri="{FF2B5EF4-FFF2-40B4-BE49-F238E27FC236}">
                  <a16:creationId xmlns:a16="http://schemas.microsoft.com/office/drawing/2014/main" id="{45455618-1D41-3ACD-9B0A-5A4350BA6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直接连接符 572">
              <a:extLst>
                <a:ext uri="{FF2B5EF4-FFF2-40B4-BE49-F238E27FC236}">
                  <a16:creationId xmlns:a16="http://schemas.microsoft.com/office/drawing/2014/main" id="{2E819EA4-F6ED-0DC5-9442-8DB7F949FC90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连接符 573">
              <a:extLst>
                <a:ext uri="{FF2B5EF4-FFF2-40B4-BE49-F238E27FC236}">
                  <a16:creationId xmlns:a16="http://schemas.microsoft.com/office/drawing/2014/main" id="{E576C40F-7D9A-EE8E-EC38-215D38DC04E4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连接符 574">
              <a:extLst>
                <a:ext uri="{FF2B5EF4-FFF2-40B4-BE49-F238E27FC236}">
                  <a16:creationId xmlns:a16="http://schemas.microsoft.com/office/drawing/2014/main" id="{12621143-4C44-4FB6-5F21-26C17536F7B3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1CD49282-6040-A796-702E-EE564EA0329A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F495B335-B11F-AB6C-CBAB-30ACE20A42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9C873C1-4DE1-8EA2-9FDA-119EEEEDC992}"/>
              </a:ext>
            </a:extLst>
          </p:cNvPr>
          <p:cNvSpPr/>
          <p:nvPr/>
        </p:nvSpPr>
        <p:spPr>
          <a:xfrm rot="5400000">
            <a:off x="5492041" y="3163569"/>
            <a:ext cx="4861311" cy="40641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User Interface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27910385-2656-6E51-1E1E-7673719D7BCB}"/>
              </a:ext>
            </a:extLst>
          </p:cNvPr>
          <p:cNvGrpSpPr/>
          <p:nvPr/>
        </p:nvGrpSpPr>
        <p:grpSpPr>
          <a:xfrm>
            <a:off x="5553986" y="3710833"/>
            <a:ext cx="986329" cy="1810704"/>
            <a:chOff x="1647063" y="880491"/>
            <a:chExt cx="986329" cy="1810704"/>
          </a:xfrm>
        </p:grpSpPr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7DE0F137-D3B3-2F86-144F-D0548C2174BA}"/>
                </a:ext>
              </a:extLst>
            </p:cNvPr>
            <p:cNvSpPr/>
            <p:nvPr/>
          </p:nvSpPr>
          <p:spPr>
            <a:xfrm>
              <a:off x="2115023" y="88049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5234DFD3-B76D-EB70-0E82-16973B6B799F}"/>
                </a:ext>
              </a:extLst>
            </p:cNvPr>
            <p:cNvSpPr/>
            <p:nvPr/>
          </p:nvSpPr>
          <p:spPr>
            <a:xfrm>
              <a:off x="1887993" y="113647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02A8D5A3-756C-698D-8B51-2C430B258900}"/>
                </a:ext>
              </a:extLst>
            </p:cNvPr>
            <p:cNvSpPr/>
            <p:nvPr/>
          </p:nvSpPr>
          <p:spPr>
            <a:xfrm>
              <a:off x="2309621" y="115153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4CD51394-FFAC-BEAC-4135-DD2E4FB64B9C}"/>
                </a:ext>
              </a:extLst>
            </p:cNvPr>
            <p:cNvSpPr/>
            <p:nvPr/>
          </p:nvSpPr>
          <p:spPr>
            <a:xfrm>
              <a:off x="1725829" y="133165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FE3CB057-6169-BA3E-FA01-65F2C694528D}"/>
                </a:ext>
              </a:extLst>
            </p:cNvPr>
            <p:cNvSpPr/>
            <p:nvPr/>
          </p:nvSpPr>
          <p:spPr>
            <a:xfrm>
              <a:off x="1647063" y="159633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A21E9D6F-6017-CDE9-4003-E8BD4C7325D0}"/>
                </a:ext>
              </a:extLst>
            </p:cNvPr>
            <p:cNvSpPr/>
            <p:nvPr/>
          </p:nvSpPr>
          <p:spPr>
            <a:xfrm>
              <a:off x="2472944" y="1344905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1DB31955-1105-CC7D-098F-22F599ECC2BC}"/>
                </a:ext>
              </a:extLst>
            </p:cNvPr>
            <p:cNvSpPr/>
            <p:nvPr/>
          </p:nvSpPr>
          <p:spPr>
            <a:xfrm>
              <a:off x="2556943" y="1602857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E5604BE6-E7CE-F670-BB0A-A88A354CFC35}"/>
                </a:ext>
              </a:extLst>
            </p:cNvPr>
            <p:cNvSpPr/>
            <p:nvPr/>
          </p:nvSpPr>
          <p:spPr>
            <a:xfrm>
              <a:off x="1983007" y="175060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CDA7DF84-A13A-DB6C-BCE7-07A076F06218}"/>
                </a:ext>
              </a:extLst>
            </p:cNvPr>
            <p:cNvSpPr/>
            <p:nvPr/>
          </p:nvSpPr>
          <p:spPr>
            <a:xfrm>
              <a:off x="1935484" y="21540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90F0CDFD-482F-4466-B949-1680BC60986A}"/>
                </a:ext>
              </a:extLst>
            </p:cNvPr>
            <p:cNvSpPr/>
            <p:nvPr/>
          </p:nvSpPr>
          <p:spPr>
            <a:xfrm>
              <a:off x="1887993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3446C3D5-6508-25EB-18CA-FD00D61DAA7B}"/>
                </a:ext>
              </a:extLst>
            </p:cNvPr>
            <p:cNvSpPr/>
            <p:nvPr/>
          </p:nvSpPr>
          <p:spPr>
            <a:xfrm>
              <a:off x="2294989" y="1740283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22DD0F26-8BD8-DAA8-0151-B19E26AD5364}"/>
                </a:ext>
              </a:extLst>
            </p:cNvPr>
            <p:cNvSpPr/>
            <p:nvPr/>
          </p:nvSpPr>
          <p:spPr>
            <a:xfrm>
              <a:off x="2396495" y="2111204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2246CC2B-F64C-8F43-46B6-75121632629A}"/>
                </a:ext>
              </a:extLst>
            </p:cNvPr>
            <p:cNvSpPr/>
            <p:nvPr/>
          </p:nvSpPr>
          <p:spPr>
            <a:xfrm>
              <a:off x="2472944" y="2512561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42B6DB7B-9B8A-70DE-AD6D-A594EB8BA0E2}"/>
                </a:ext>
              </a:extLst>
            </p:cNvPr>
            <p:cNvSpPr/>
            <p:nvPr/>
          </p:nvSpPr>
          <p:spPr>
            <a:xfrm>
              <a:off x="1813160" y="2614746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BE12B122-5FC3-0566-7935-F17EE4015A3B}"/>
                </a:ext>
              </a:extLst>
            </p:cNvPr>
            <p:cNvSpPr/>
            <p:nvPr/>
          </p:nvSpPr>
          <p:spPr>
            <a:xfrm>
              <a:off x="2513347" y="2608389"/>
              <a:ext cx="76449" cy="764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D5814481-702A-B14D-C299-96B890F09503}"/>
                </a:ext>
              </a:extLst>
            </p:cNvPr>
            <p:cNvCxnSpPr>
              <a:cxnSpLocks/>
              <a:stCxn id="95" idx="3"/>
              <a:endCxn id="96" idx="7"/>
            </p:cNvCxnSpPr>
            <p:nvPr/>
          </p:nvCxnSpPr>
          <p:spPr>
            <a:xfrm flipH="1">
              <a:off x="1953247" y="945744"/>
              <a:ext cx="172972" cy="20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8173EDBE-5750-362C-D682-AE5763694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4014" y="1174125"/>
              <a:ext cx="173555" cy="1978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B65B1D08-1D17-9FFA-3835-E335BAD8D7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3840" y="1372004"/>
              <a:ext cx="74808" cy="2654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9B670A8-660B-9781-4EFF-1707974242E2}"/>
                </a:ext>
              </a:extLst>
            </p:cNvPr>
            <p:cNvCxnSpPr>
              <a:cxnSpLocks/>
            </p:cNvCxnSpPr>
            <p:nvPr/>
          </p:nvCxnSpPr>
          <p:spPr>
            <a:xfrm>
              <a:off x="2150787" y="918933"/>
              <a:ext cx="197276" cy="275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3BDB72B3-3998-BA58-7621-DB3A5AE9D3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8922" y="1194033"/>
              <a:ext cx="153840" cy="1900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CB433D62-312C-F109-619D-20C33EB0ED70}"/>
                </a:ext>
              </a:extLst>
            </p:cNvPr>
            <p:cNvCxnSpPr>
              <a:cxnSpLocks/>
            </p:cNvCxnSpPr>
            <p:nvPr/>
          </p:nvCxnSpPr>
          <p:spPr>
            <a:xfrm>
              <a:off x="2512843" y="1387904"/>
              <a:ext cx="105524" cy="274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EF603EA3-AFD5-465C-AE6D-7EA685AE1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068" y="915916"/>
              <a:ext cx="122512" cy="8672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C6EBB769-657B-5DAC-EAFE-CA24C3DA03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006" y="1792716"/>
              <a:ext cx="56062" cy="3997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96D89957-F5D0-2352-6B88-1545C943A5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7569" y="2190066"/>
              <a:ext cx="43437" cy="364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63AF329A-62AB-6E68-18CD-378B1C830B52}"/>
                </a:ext>
              </a:extLst>
            </p:cNvPr>
            <p:cNvCxnSpPr>
              <a:cxnSpLocks/>
            </p:cNvCxnSpPr>
            <p:nvPr/>
          </p:nvCxnSpPr>
          <p:spPr>
            <a:xfrm>
              <a:off x="2159233" y="908677"/>
              <a:ext cx="177397" cy="8697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879D4AAE-A05D-D5FE-9C2B-BD4876604E3E}"/>
                </a:ext>
              </a:extLst>
            </p:cNvPr>
            <p:cNvCxnSpPr>
              <a:cxnSpLocks/>
            </p:cNvCxnSpPr>
            <p:nvPr/>
          </p:nvCxnSpPr>
          <p:spPr>
            <a:xfrm>
              <a:off x="2331868" y="1778429"/>
              <a:ext cx="102465" cy="377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EEAEB97D-8D9F-34A4-56B7-0478F29D6078}"/>
                </a:ext>
              </a:extLst>
            </p:cNvPr>
            <p:cNvCxnSpPr>
              <a:cxnSpLocks/>
            </p:cNvCxnSpPr>
            <p:nvPr/>
          </p:nvCxnSpPr>
          <p:spPr>
            <a:xfrm>
              <a:off x="2434333" y="2146629"/>
              <a:ext cx="74808" cy="4054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9E715725-F4BD-34DD-FB60-CD5C7AF26501}"/>
                </a:ext>
              </a:extLst>
            </p:cNvPr>
            <p:cNvCxnSpPr>
              <a:cxnSpLocks/>
            </p:cNvCxnSpPr>
            <p:nvPr/>
          </p:nvCxnSpPr>
          <p:spPr>
            <a:xfrm>
              <a:off x="2509141" y="2554453"/>
              <a:ext cx="41802" cy="85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847FB53C-82C8-88F0-77C6-B754D1568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880" y="2547214"/>
              <a:ext cx="67449" cy="1171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0" name="矩形 579">
            <a:extLst>
              <a:ext uri="{FF2B5EF4-FFF2-40B4-BE49-F238E27FC236}">
                <a16:creationId xmlns:a16="http://schemas.microsoft.com/office/drawing/2014/main" id="{B03A1481-6A25-15E0-4D1A-57C087B2BDDC}"/>
              </a:ext>
            </a:extLst>
          </p:cNvPr>
          <p:cNvSpPr/>
          <p:nvPr/>
        </p:nvSpPr>
        <p:spPr>
          <a:xfrm>
            <a:off x="5643330" y="996125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1" name="矩形 580">
            <a:extLst>
              <a:ext uri="{FF2B5EF4-FFF2-40B4-BE49-F238E27FC236}">
                <a16:creationId xmlns:a16="http://schemas.microsoft.com/office/drawing/2014/main" id="{8AD43493-3066-79AE-1F56-B007DC3D6D8E}"/>
              </a:ext>
            </a:extLst>
          </p:cNvPr>
          <p:cNvSpPr/>
          <p:nvPr/>
        </p:nvSpPr>
        <p:spPr>
          <a:xfrm>
            <a:off x="5795730" y="1148525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2" name="矩形 581">
            <a:extLst>
              <a:ext uri="{FF2B5EF4-FFF2-40B4-BE49-F238E27FC236}">
                <a16:creationId xmlns:a16="http://schemas.microsoft.com/office/drawing/2014/main" id="{48A39131-9D45-C399-858F-D2F43C0CEF47}"/>
              </a:ext>
            </a:extLst>
          </p:cNvPr>
          <p:cNvSpPr/>
          <p:nvPr/>
        </p:nvSpPr>
        <p:spPr>
          <a:xfrm>
            <a:off x="5948130" y="1300925"/>
            <a:ext cx="1268964" cy="12689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4" name="文本框 583">
            <a:extLst>
              <a:ext uri="{FF2B5EF4-FFF2-40B4-BE49-F238E27FC236}">
                <a16:creationId xmlns:a16="http://schemas.microsoft.com/office/drawing/2014/main" id="{70D9CEC7-0999-632C-F7E0-463DA2CA2969}"/>
              </a:ext>
            </a:extLst>
          </p:cNvPr>
          <p:cNvSpPr txBox="1"/>
          <p:nvPr/>
        </p:nvSpPr>
        <p:spPr>
          <a:xfrm>
            <a:off x="5583113" y="2620934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Realtime Input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CE9AD1F0-803C-E7F2-D139-7D4D7C36405F}"/>
              </a:ext>
            </a:extLst>
          </p:cNvPr>
          <p:cNvCxnSpPr>
            <a:cxnSpLocks/>
          </p:cNvCxnSpPr>
          <p:nvPr/>
        </p:nvCxnSpPr>
        <p:spPr>
          <a:xfrm>
            <a:off x="7313074" y="1755893"/>
            <a:ext cx="406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2" name="直接箭头连接符 591">
            <a:extLst>
              <a:ext uri="{FF2B5EF4-FFF2-40B4-BE49-F238E27FC236}">
                <a16:creationId xmlns:a16="http://schemas.microsoft.com/office/drawing/2014/main" id="{4DAE6960-AC5F-06B3-7E39-B5BD03D98943}"/>
              </a:ext>
            </a:extLst>
          </p:cNvPr>
          <p:cNvCxnSpPr>
            <a:cxnSpLocks/>
          </p:cNvCxnSpPr>
          <p:nvPr/>
        </p:nvCxnSpPr>
        <p:spPr>
          <a:xfrm>
            <a:off x="8137452" y="1755893"/>
            <a:ext cx="605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3" name="矩形: 圆角 592">
            <a:extLst>
              <a:ext uri="{FF2B5EF4-FFF2-40B4-BE49-F238E27FC236}">
                <a16:creationId xmlns:a16="http://schemas.microsoft.com/office/drawing/2014/main" id="{24A5A218-CC3D-C49D-B263-28FE7E10F958}"/>
              </a:ext>
            </a:extLst>
          </p:cNvPr>
          <p:cNvSpPr/>
          <p:nvPr/>
        </p:nvSpPr>
        <p:spPr>
          <a:xfrm>
            <a:off x="3743575" y="1043084"/>
            <a:ext cx="1008715" cy="58504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5" name="矩形: 圆角 594">
            <a:extLst>
              <a:ext uri="{FF2B5EF4-FFF2-40B4-BE49-F238E27FC236}">
                <a16:creationId xmlns:a16="http://schemas.microsoft.com/office/drawing/2014/main" id="{46B6D536-57A3-85F3-B902-E21B8517C6AA}"/>
              </a:ext>
            </a:extLst>
          </p:cNvPr>
          <p:cNvSpPr/>
          <p:nvPr/>
        </p:nvSpPr>
        <p:spPr>
          <a:xfrm>
            <a:off x="3736452" y="1908809"/>
            <a:ext cx="1339316" cy="69832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等腰三角形 595">
            <a:extLst>
              <a:ext uri="{FF2B5EF4-FFF2-40B4-BE49-F238E27FC236}">
                <a16:creationId xmlns:a16="http://schemas.microsoft.com/office/drawing/2014/main" id="{788C86B7-486C-5CDE-3ADE-9CD47DF30B8A}"/>
              </a:ext>
            </a:extLst>
          </p:cNvPr>
          <p:cNvSpPr/>
          <p:nvPr/>
        </p:nvSpPr>
        <p:spPr>
          <a:xfrm rot="5400000">
            <a:off x="4277896" y="2052762"/>
            <a:ext cx="427749" cy="388509"/>
          </a:xfrm>
          <a:prstGeom prst="triangl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5" name="直接箭头连接符 624">
            <a:extLst>
              <a:ext uri="{FF2B5EF4-FFF2-40B4-BE49-F238E27FC236}">
                <a16:creationId xmlns:a16="http://schemas.microsoft.com/office/drawing/2014/main" id="{4AA0D89B-A201-9F75-782E-E2F1B90C1736}"/>
              </a:ext>
            </a:extLst>
          </p:cNvPr>
          <p:cNvCxnSpPr>
            <a:cxnSpLocks/>
          </p:cNvCxnSpPr>
          <p:nvPr/>
        </p:nvCxnSpPr>
        <p:spPr>
          <a:xfrm flipV="1">
            <a:off x="5162338" y="1772548"/>
            <a:ext cx="368450" cy="7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4" name="直接箭头连接符 633">
            <a:extLst>
              <a:ext uri="{FF2B5EF4-FFF2-40B4-BE49-F238E27FC236}">
                <a16:creationId xmlns:a16="http://schemas.microsoft.com/office/drawing/2014/main" id="{E1A05DFC-9D7F-D54C-8AB5-B6423F300D10}"/>
              </a:ext>
            </a:extLst>
          </p:cNvPr>
          <p:cNvCxnSpPr>
            <a:cxnSpLocks/>
          </p:cNvCxnSpPr>
          <p:nvPr/>
        </p:nvCxnSpPr>
        <p:spPr>
          <a:xfrm flipH="1">
            <a:off x="7313074" y="4660900"/>
            <a:ext cx="406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899C0992-3168-AAF8-A091-7AFCFC1B11D6}"/>
              </a:ext>
            </a:extLst>
          </p:cNvPr>
          <p:cNvSpPr/>
          <p:nvPr/>
        </p:nvSpPr>
        <p:spPr>
          <a:xfrm rot="5400000">
            <a:off x="6881453" y="2823684"/>
            <a:ext cx="4835493" cy="11120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Egocentric Human Pose Estimation Model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C0895E92-5E73-AB7B-2823-BEB4784BA78A}"/>
              </a:ext>
            </a:extLst>
          </p:cNvPr>
          <p:cNvCxnSpPr>
            <a:cxnSpLocks/>
          </p:cNvCxnSpPr>
          <p:nvPr/>
        </p:nvCxnSpPr>
        <p:spPr>
          <a:xfrm flipH="1">
            <a:off x="8125905" y="4660900"/>
            <a:ext cx="617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83533BCE-2FF8-20F7-216D-310BFB6A4625}"/>
              </a:ext>
            </a:extLst>
          </p:cNvPr>
          <p:cNvSpPr txBox="1"/>
          <p:nvPr/>
        </p:nvSpPr>
        <p:spPr>
          <a:xfrm>
            <a:off x="5583113" y="5535655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3D Pose Output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5F19F707-C65F-EAA6-2B35-627947DC1F6F}"/>
              </a:ext>
            </a:extLst>
          </p:cNvPr>
          <p:cNvGrpSpPr/>
          <p:nvPr/>
        </p:nvGrpSpPr>
        <p:grpSpPr>
          <a:xfrm>
            <a:off x="4107620" y="3364413"/>
            <a:ext cx="407821" cy="848838"/>
            <a:chOff x="4036254" y="3239556"/>
            <a:chExt cx="443449" cy="922995"/>
          </a:xfrm>
        </p:grpSpPr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D6D99665-768C-28D8-005A-9A7A73E8D2EF}"/>
                </a:ext>
              </a:extLst>
            </p:cNvPr>
            <p:cNvSpPr/>
            <p:nvPr/>
          </p:nvSpPr>
          <p:spPr>
            <a:xfrm>
              <a:off x="4287242" y="3563493"/>
              <a:ext cx="140342" cy="28200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EC3D5C80-788E-A440-09FB-69A0E57A872E}"/>
                </a:ext>
              </a:extLst>
            </p:cNvPr>
            <p:cNvSpPr/>
            <p:nvPr/>
          </p:nvSpPr>
          <p:spPr>
            <a:xfrm flipH="1">
              <a:off x="4293139" y="3609144"/>
              <a:ext cx="79674" cy="18056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6" name="图片 145" descr="形状&#10;&#10;AI 生成的内容可能不正确。">
              <a:extLst>
                <a:ext uri="{FF2B5EF4-FFF2-40B4-BE49-F238E27FC236}">
                  <a16:creationId xmlns:a16="http://schemas.microsoft.com/office/drawing/2014/main" id="{1383A79D-F6F4-CA16-EADE-0D2B84B7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6254" y="3239556"/>
              <a:ext cx="443449" cy="922995"/>
            </a:xfrm>
            <a:prstGeom prst="rect">
              <a:avLst/>
            </a:prstGeom>
          </p:spPr>
        </p:pic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FA26D9FC-893A-43A6-B887-6B2EDA4773B0}"/>
              </a:ext>
            </a:extLst>
          </p:cNvPr>
          <p:cNvGrpSpPr/>
          <p:nvPr/>
        </p:nvGrpSpPr>
        <p:grpSpPr>
          <a:xfrm>
            <a:off x="4024790" y="4643120"/>
            <a:ext cx="854137" cy="832272"/>
            <a:chOff x="3943540" y="4162551"/>
            <a:chExt cx="1186584" cy="1156209"/>
          </a:xfrm>
        </p:grpSpPr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36167C36-329F-00B5-AE32-1BA2E2917A6F}"/>
                </a:ext>
              </a:extLst>
            </p:cNvPr>
            <p:cNvSpPr/>
            <p:nvPr/>
          </p:nvSpPr>
          <p:spPr>
            <a:xfrm>
              <a:off x="3943540" y="4486488"/>
              <a:ext cx="858546" cy="832272"/>
            </a:xfrm>
            <a:prstGeom prst="roundRect">
              <a:avLst>
                <a:gd name="adj" fmla="val 19330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9" name="图片 148">
              <a:extLst>
                <a:ext uri="{FF2B5EF4-FFF2-40B4-BE49-F238E27FC236}">
                  <a16:creationId xmlns:a16="http://schemas.microsoft.com/office/drawing/2014/main" id="{9A1EA032-58C8-4EE6-7B53-4AD645BCD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27729" y="4162551"/>
              <a:ext cx="502395" cy="495737"/>
            </a:xfrm>
            <a:prstGeom prst="rect">
              <a:avLst/>
            </a:prstGeom>
          </p:spPr>
        </p:pic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AB12DB5C-B39D-9C58-B87C-7574387AA4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3442" y="4481857"/>
              <a:ext cx="191921" cy="18777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ACEE5751-66C9-EA42-3BAB-33511BFB8EB7}"/>
                </a:ext>
              </a:extLst>
            </p:cNvPr>
            <p:cNvSpPr/>
            <p:nvPr/>
          </p:nvSpPr>
          <p:spPr>
            <a:xfrm>
              <a:off x="4100981" y="4610422"/>
              <a:ext cx="523471" cy="24786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84B27E86-EFDC-2E24-7399-4F6E18AE3935}"/>
                </a:ext>
              </a:extLst>
            </p:cNvPr>
            <p:cNvSpPr/>
            <p:nvPr/>
          </p:nvSpPr>
          <p:spPr>
            <a:xfrm>
              <a:off x="4303756" y="4982225"/>
              <a:ext cx="138113" cy="138113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09D817F8-63F8-240E-4594-4285B69FD258}"/>
              </a:ext>
            </a:extLst>
          </p:cNvPr>
          <p:cNvCxnSpPr>
            <a:cxnSpLocks/>
          </p:cNvCxnSpPr>
          <p:nvPr/>
        </p:nvCxnSpPr>
        <p:spPr>
          <a:xfrm flipH="1">
            <a:off x="4752290" y="3788832"/>
            <a:ext cx="650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AAED0FF2-AA68-91AF-2737-8256C5A5FFC3}"/>
              </a:ext>
            </a:extLst>
          </p:cNvPr>
          <p:cNvCxnSpPr>
            <a:cxnSpLocks/>
          </p:cNvCxnSpPr>
          <p:nvPr/>
        </p:nvCxnSpPr>
        <p:spPr>
          <a:xfrm flipH="1">
            <a:off x="4778748" y="5129952"/>
            <a:ext cx="650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" name="文本框 166">
            <a:extLst>
              <a:ext uri="{FF2B5EF4-FFF2-40B4-BE49-F238E27FC236}">
                <a16:creationId xmlns:a16="http://schemas.microsoft.com/office/drawing/2014/main" id="{C0A4CB69-F02E-D6FB-5A74-1CC99AF072A3}"/>
              </a:ext>
            </a:extLst>
          </p:cNvPr>
          <p:cNvSpPr txBox="1"/>
          <p:nvPr/>
        </p:nvSpPr>
        <p:spPr>
          <a:xfrm>
            <a:off x="3775511" y="299026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Visualize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68E335D6-7B56-4311-4E47-AA4CEC0F4B79}"/>
              </a:ext>
            </a:extLst>
          </p:cNvPr>
          <p:cNvSpPr txBox="1"/>
          <p:nvPr/>
        </p:nvSpPr>
        <p:spPr>
          <a:xfrm>
            <a:off x="3962328" y="4412226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Save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84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15</Words>
  <Application>Microsoft Office PowerPoint</Application>
  <PresentationFormat>宽屏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霖芷萌 段</dc:creator>
  <cp:lastModifiedBy>霖芷萌 段</cp:lastModifiedBy>
  <cp:revision>37</cp:revision>
  <dcterms:created xsi:type="dcterms:W3CDTF">2025-12-25T06:22:27Z</dcterms:created>
  <dcterms:modified xsi:type="dcterms:W3CDTF">2026-01-21T09:04:02Z</dcterms:modified>
</cp:coreProperties>
</file>